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6" r:id="rId4"/>
  </p:sldMasterIdLst>
  <p:notesMasterIdLst>
    <p:notesMasterId r:id="rId20"/>
  </p:notesMasterIdLst>
  <p:handoutMasterIdLst>
    <p:handoutMasterId r:id="rId21"/>
  </p:handoutMasterIdLst>
  <p:sldIdLst>
    <p:sldId id="256" r:id="rId5"/>
    <p:sldId id="277" r:id="rId6"/>
    <p:sldId id="258" r:id="rId7"/>
    <p:sldId id="290" r:id="rId8"/>
    <p:sldId id="293" r:id="rId9"/>
    <p:sldId id="264" r:id="rId10"/>
    <p:sldId id="268" r:id="rId11"/>
    <p:sldId id="286" r:id="rId12"/>
    <p:sldId id="262" r:id="rId13"/>
    <p:sldId id="292" r:id="rId14"/>
    <p:sldId id="294" r:id="rId15"/>
    <p:sldId id="260" r:id="rId16"/>
    <p:sldId id="295" r:id="rId17"/>
    <p:sldId id="279" r:id="rId18"/>
    <p:sldId id="276"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92" userDrawn="1">
          <p15:clr>
            <a:srgbClr val="A4A3A4"/>
          </p15:clr>
        </p15:guide>
        <p15:guide id="2" pos="3144" userDrawn="1">
          <p15:clr>
            <a:srgbClr val="A4A3A4"/>
          </p15:clr>
        </p15:guide>
        <p15:guide id="3" orient="horz" pos="9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C4B1156A-380E-4F78-BDF5-A606A8083BF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3204" autoAdjust="0"/>
  </p:normalViewPr>
  <p:slideViewPr>
    <p:cSldViewPr snapToGrid="0">
      <p:cViewPr>
        <p:scale>
          <a:sx n="100" d="100"/>
          <a:sy n="100" d="100"/>
        </p:scale>
        <p:origin x="-588" y="-774"/>
      </p:cViewPr>
      <p:guideLst>
        <p:guide orient="horz" pos="792"/>
        <p:guide pos="3144"/>
        <p:guide orient="horz" pos="960"/>
      </p:guideLst>
    </p:cSldViewPr>
  </p:slideViewPr>
  <p:outlineViewPr>
    <p:cViewPr>
      <p:scale>
        <a:sx n="33" d="100"/>
        <a:sy n="33" d="100"/>
      </p:scale>
      <p:origin x="0" y="-11942"/>
    </p:cViewPr>
  </p:outlin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58" d="100"/>
          <a:sy n="58" d="100"/>
        </p:scale>
        <p:origin x="3240" y="5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AE72A9-67A2-4FB1-BBF6-740F2C2EAA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27B748C-466C-45D8-970C-D4FB4FE80CD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8ABBF3-49A8-4B3F-9773-22E67695BB12}" type="datetimeFigureOut">
              <a:rPr lang="en-US" smtClean="0"/>
              <a:t>3/24/2026</a:t>
            </a:fld>
            <a:endParaRPr lang="en-US" dirty="0"/>
          </a:p>
        </p:txBody>
      </p:sp>
      <p:sp>
        <p:nvSpPr>
          <p:cNvPr id="4" name="Footer Placeholder 3">
            <a:extLst>
              <a:ext uri="{FF2B5EF4-FFF2-40B4-BE49-F238E27FC236}">
                <a16:creationId xmlns:a16="http://schemas.microsoft.com/office/drawing/2014/main" id="{EAA8C23F-271A-4B7C-87EC-108046165C7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3E7ABF6-4152-4126-AC20-23B44A3111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EB6193-5AA7-489B-8575-00593FC261DE}" type="slidenum">
              <a:rPr lang="en-US" smtClean="0"/>
              <a:t>‹#›</a:t>
            </a:fld>
            <a:endParaRPr lang="en-US" dirty="0"/>
          </a:p>
        </p:txBody>
      </p:sp>
    </p:spTree>
    <p:extLst>
      <p:ext uri="{BB962C8B-B14F-4D97-AF65-F5344CB8AC3E}">
        <p14:creationId xmlns:p14="http://schemas.microsoft.com/office/powerpoint/2010/main" val="13054054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4AAC2B-A50D-4386-849A-6B59FB991B4C}" type="datetimeFigureOut">
              <a:rPr lang="en-US" smtClean="0"/>
              <a:t>3/24/2026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895658-EA1F-4910-80AB-4DA76E167475}" type="slidenum">
              <a:rPr lang="en-US" smtClean="0"/>
              <a:t>‹#›</a:t>
            </a:fld>
            <a:endParaRPr lang="en-US" dirty="0"/>
          </a:p>
        </p:txBody>
      </p:sp>
    </p:spTree>
    <p:extLst>
      <p:ext uri="{BB962C8B-B14F-4D97-AF65-F5344CB8AC3E}">
        <p14:creationId xmlns:p14="http://schemas.microsoft.com/office/powerpoint/2010/main" val="3414773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1</a:t>
            </a:fld>
            <a:endParaRPr lang="en-US" dirty="0"/>
          </a:p>
        </p:txBody>
      </p:sp>
    </p:spTree>
    <p:extLst>
      <p:ext uri="{BB962C8B-B14F-4D97-AF65-F5344CB8AC3E}">
        <p14:creationId xmlns:p14="http://schemas.microsoft.com/office/powerpoint/2010/main" val="2456864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2</a:t>
            </a:fld>
            <a:endParaRPr lang="en-US" dirty="0"/>
          </a:p>
        </p:txBody>
      </p:sp>
    </p:spTree>
    <p:extLst>
      <p:ext uri="{BB962C8B-B14F-4D97-AF65-F5344CB8AC3E}">
        <p14:creationId xmlns:p14="http://schemas.microsoft.com/office/powerpoint/2010/main" val="32177167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3</a:t>
            </a:fld>
            <a:endParaRPr lang="en-US" dirty="0"/>
          </a:p>
        </p:txBody>
      </p:sp>
    </p:spTree>
    <p:extLst>
      <p:ext uri="{BB962C8B-B14F-4D97-AF65-F5344CB8AC3E}">
        <p14:creationId xmlns:p14="http://schemas.microsoft.com/office/powerpoint/2010/main" val="2456439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4</a:t>
            </a:fld>
            <a:endParaRPr lang="en-US" dirty="0"/>
          </a:p>
        </p:txBody>
      </p:sp>
    </p:spTree>
    <p:extLst>
      <p:ext uri="{BB962C8B-B14F-4D97-AF65-F5344CB8AC3E}">
        <p14:creationId xmlns:p14="http://schemas.microsoft.com/office/powerpoint/2010/main" val="24826134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6</a:t>
            </a:fld>
            <a:endParaRPr lang="en-US" dirty="0"/>
          </a:p>
        </p:txBody>
      </p:sp>
    </p:spTree>
    <p:extLst>
      <p:ext uri="{BB962C8B-B14F-4D97-AF65-F5344CB8AC3E}">
        <p14:creationId xmlns:p14="http://schemas.microsoft.com/office/powerpoint/2010/main" val="27695605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7</a:t>
            </a:fld>
            <a:endParaRPr lang="en-US" dirty="0"/>
          </a:p>
        </p:txBody>
      </p:sp>
    </p:spTree>
    <p:extLst>
      <p:ext uri="{BB962C8B-B14F-4D97-AF65-F5344CB8AC3E}">
        <p14:creationId xmlns:p14="http://schemas.microsoft.com/office/powerpoint/2010/main" val="5102262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8</a:t>
            </a:fld>
            <a:endParaRPr lang="en-US" dirty="0"/>
          </a:p>
        </p:txBody>
      </p:sp>
    </p:spTree>
    <p:extLst>
      <p:ext uri="{BB962C8B-B14F-4D97-AF65-F5344CB8AC3E}">
        <p14:creationId xmlns:p14="http://schemas.microsoft.com/office/powerpoint/2010/main" val="29096670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9</a:t>
            </a:fld>
            <a:endParaRPr lang="en-US" dirty="0"/>
          </a:p>
        </p:txBody>
      </p:sp>
    </p:spTree>
    <p:extLst>
      <p:ext uri="{BB962C8B-B14F-4D97-AF65-F5344CB8AC3E}">
        <p14:creationId xmlns:p14="http://schemas.microsoft.com/office/powerpoint/2010/main" val="13063330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10</a:t>
            </a:fld>
            <a:endParaRPr lang="en-US" dirty="0"/>
          </a:p>
        </p:txBody>
      </p:sp>
    </p:spTree>
    <p:extLst>
      <p:ext uri="{BB962C8B-B14F-4D97-AF65-F5344CB8AC3E}">
        <p14:creationId xmlns:p14="http://schemas.microsoft.com/office/powerpoint/2010/main" val="23710324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12</a:t>
            </a:fld>
            <a:endParaRPr lang="en-US" dirty="0"/>
          </a:p>
        </p:txBody>
      </p:sp>
    </p:spTree>
    <p:extLst>
      <p:ext uri="{BB962C8B-B14F-4D97-AF65-F5344CB8AC3E}">
        <p14:creationId xmlns:p14="http://schemas.microsoft.com/office/powerpoint/2010/main" val="31104013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0895658-EA1F-4910-80AB-4DA76E167475}" type="slidenum">
              <a:rPr lang="en-US" smtClean="0"/>
              <a:t>14</a:t>
            </a:fld>
            <a:endParaRPr lang="en-US" dirty="0"/>
          </a:p>
        </p:txBody>
      </p:sp>
    </p:spTree>
    <p:extLst>
      <p:ext uri="{BB962C8B-B14F-4D97-AF65-F5344CB8AC3E}">
        <p14:creationId xmlns:p14="http://schemas.microsoft.com/office/powerpoint/2010/main" val="8420742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0895658-EA1F-4910-80AB-4DA76E167475}" type="slidenum">
              <a:rPr lang="en-US" smtClean="0"/>
              <a:t>15</a:t>
            </a:fld>
            <a:endParaRPr lang="en-US" dirty="0"/>
          </a:p>
        </p:txBody>
      </p:sp>
    </p:spTree>
    <p:extLst>
      <p:ext uri="{BB962C8B-B14F-4D97-AF65-F5344CB8AC3E}">
        <p14:creationId xmlns:p14="http://schemas.microsoft.com/office/powerpoint/2010/main" val="36071253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21.svg"/><Relationship Id="rId4" Type="http://schemas.openxmlformats.org/officeDocument/2006/relationships/image" Target="../media/image20.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1.svg"/><Relationship Id="rId4" Type="http://schemas.openxmlformats.org/officeDocument/2006/relationships/image" Target="../media/image20.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23.svg"/><Relationship Id="rId4" Type="http://schemas.openxmlformats.org/officeDocument/2006/relationships/image" Target="../media/image22.png"/></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4.svg"/><Relationship Id="rId7" Type="http://schemas.openxmlformats.org/officeDocument/2006/relationships/image" Target="../media/image27.sv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26.png"/><Relationship Id="rId5" Type="http://schemas.openxmlformats.org/officeDocument/2006/relationships/image" Target="../media/image25.svg"/><Relationship Id="rId10" Type="http://schemas.openxmlformats.org/officeDocument/2006/relationships/image" Target="../media/image5.png"/><Relationship Id="rId4" Type="http://schemas.openxmlformats.org/officeDocument/2006/relationships/image" Target="../media/image24.png"/><Relationship Id="rId9" Type="http://schemas.openxmlformats.org/officeDocument/2006/relationships/image" Target="../media/image10.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7.svg"/><Relationship Id="rId7"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1.xml"/><Relationship Id="rId6" Type="http://schemas.openxmlformats.org/officeDocument/2006/relationships/image" Target="../media/image28.png"/><Relationship Id="rId5" Type="http://schemas.openxmlformats.org/officeDocument/2006/relationships/image" Target="../media/image14.svg"/><Relationship Id="rId4"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12/11/2023</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52099183"/>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12/11/2023</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411475936"/>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12/11/2023</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23573835"/>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12/11/2023</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837515080"/>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12/11/2023</a:t>
            </a:r>
            <a:endParaRPr lang="en-US" dirty="0"/>
          </a:p>
        </p:txBody>
      </p:sp>
      <p:sp>
        <p:nvSpPr>
          <p:cNvPr id="8" name="Footer Placeholder 7"/>
          <p:cNvSpPr>
            <a:spLocks noGrp="1"/>
          </p:cNvSpPr>
          <p:nvPr>
            <p:ph type="ftr" sz="quarter" idx="11"/>
          </p:nvPr>
        </p:nvSpPr>
        <p:spPr/>
        <p:txBody>
          <a:bodyPr/>
          <a:lstStyle/>
          <a:p>
            <a:r>
              <a:rPr lang="en-US"/>
              <a:t>Presentation title</a:t>
            </a:r>
            <a:endParaRPr lang="en-US" dirty="0"/>
          </a:p>
        </p:txBody>
      </p:sp>
      <p:sp>
        <p:nvSpPr>
          <p:cNvPr id="9" name="Slide Number Placeholder 8"/>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83544434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35214FA-B037-4D69-BFDF-B2EC85954BEA}" type="datetimeFigureOut">
              <a:rPr lang="en-US" smtClean="0"/>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C4FACB9-B5A0-4017-AA22-8B916084AD7B}" type="slidenum">
              <a:rPr lang="en-US" smtClean="0"/>
              <a:t>‹#›</a:t>
            </a:fld>
            <a:endParaRPr lang="en-US"/>
          </a:p>
        </p:txBody>
      </p:sp>
      <p:grpSp>
        <p:nvGrpSpPr>
          <p:cNvPr id="6" name="Group 5">
            <a:extLst>
              <a:ext uri="{FF2B5EF4-FFF2-40B4-BE49-F238E27FC236}">
                <a16:creationId xmlns:a16="http://schemas.microsoft.com/office/drawing/2014/main" id="{89C9750E-0A50-FEDE-BBF2-B9549BA70F04}"/>
              </a:ext>
              <a:ext uri="{C183D7F6-B498-43B3-948B-1728B52AA6E4}">
                <adec:decorative xmlns:adec="http://schemas.microsoft.com/office/drawing/2017/decorative" val="1"/>
              </a:ext>
            </a:extLst>
          </p:cNvPr>
          <p:cNvGrpSpPr/>
          <p:nvPr userDrawn="1"/>
        </p:nvGrpSpPr>
        <p:grpSpPr>
          <a:xfrm>
            <a:off x="0" y="0"/>
            <a:ext cx="6843092" cy="6858000"/>
            <a:chOff x="0" y="0"/>
            <a:chExt cx="6843092" cy="6858000"/>
          </a:xfrm>
        </p:grpSpPr>
        <p:sp>
          <p:nvSpPr>
            <p:cNvPr id="7" name="Rectangle 6">
              <a:extLst>
                <a:ext uri="{FF2B5EF4-FFF2-40B4-BE49-F238E27FC236}">
                  <a16:creationId xmlns:a16="http://schemas.microsoft.com/office/drawing/2014/main" id="{33045387-1FFB-9F55-42AC-387553611CD3}"/>
                </a:ext>
              </a:extLst>
            </p:cNvPr>
            <p:cNvSpPr/>
            <p:nvPr userDrawn="1"/>
          </p:nvSpPr>
          <p:spPr>
            <a:xfrm>
              <a:off x="2021206" y="4828032"/>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9">
              <a:extLst>
                <a:ext uri="{FF2B5EF4-FFF2-40B4-BE49-F238E27FC236}">
                  <a16:creationId xmlns:a16="http://schemas.microsoft.com/office/drawing/2014/main" id="{E8D9A92F-5308-A72D-CF18-9C817B0E53EC}"/>
                </a:ext>
              </a:extLst>
            </p:cNvPr>
            <p:cNvSpPr/>
            <p:nvPr userDrawn="1"/>
          </p:nvSpPr>
          <p:spPr>
            <a:xfrm>
              <a:off x="0" y="0"/>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86406ED-567C-9BC4-D47E-9F57CB534E88}"/>
                </a:ext>
              </a:extLst>
            </p:cNvPr>
            <p:cNvSpPr/>
            <p:nvPr userDrawn="1"/>
          </p:nvSpPr>
          <p:spPr>
            <a:xfrm>
              <a:off x="2457970" y="1686431"/>
              <a:ext cx="1828800" cy="1828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55EFC00-E896-C05C-ECA0-ED7A8952909D}"/>
                </a:ext>
              </a:extLst>
            </p:cNvPr>
            <p:cNvSpPr/>
            <p:nvPr userDrawn="1"/>
          </p:nvSpPr>
          <p:spPr>
            <a:xfrm>
              <a:off x="0" y="6108192"/>
              <a:ext cx="2029968" cy="7498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9">
              <a:extLst>
                <a:ext uri="{FF2B5EF4-FFF2-40B4-BE49-F238E27FC236}">
                  <a16:creationId xmlns:a16="http://schemas.microsoft.com/office/drawing/2014/main" id="{7BE8101D-6E6D-1259-7028-C9C96E7E2257}"/>
                </a:ext>
              </a:extLst>
            </p:cNvPr>
            <p:cNvSpPr/>
            <p:nvPr userDrawn="1"/>
          </p:nvSpPr>
          <p:spPr>
            <a:xfrm>
              <a:off x="4054172" y="4069080"/>
              <a:ext cx="2788920" cy="278892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9DC13BE0-E659-B944-F8A3-26E32C20DBAB}"/>
                </a:ext>
              </a:extLst>
            </p:cNvPr>
            <p:cNvGrpSpPr/>
            <p:nvPr userDrawn="1"/>
          </p:nvGrpSpPr>
          <p:grpSpPr>
            <a:xfrm>
              <a:off x="23853" y="2101527"/>
              <a:ext cx="1920240" cy="1920240"/>
              <a:chOff x="5361924" y="7472790"/>
              <a:chExt cx="1828800" cy="1828800"/>
            </a:xfrm>
          </p:grpSpPr>
          <p:grpSp>
            <p:nvGrpSpPr>
              <p:cNvPr id="20" name="Group 19">
                <a:extLst>
                  <a:ext uri="{FF2B5EF4-FFF2-40B4-BE49-F238E27FC236}">
                    <a16:creationId xmlns:a16="http://schemas.microsoft.com/office/drawing/2014/main" id="{E1D06ED0-9857-F02D-46D9-34AA9D9DD6F2}"/>
                  </a:ext>
                </a:extLst>
              </p:cNvPr>
              <p:cNvGrpSpPr/>
              <p:nvPr userDrawn="1"/>
            </p:nvGrpSpPr>
            <p:grpSpPr>
              <a:xfrm>
                <a:off x="5361924" y="7472790"/>
                <a:ext cx="1828800" cy="1828800"/>
                <a:chOff x="5361924" y="7472790"/>
                <a:chExt cx="1828800" cy="1828800"/>
              </a:xfrm>
            </p:grpSpPr>
            <p:grpSp>
              <p:nvGrpSpPr>
                <p:cNvPr id="22" name="Group 21">
                  <a:extLst>
                    <a:ext uri="{FF2B5EF4-FFF2-40B4-BE49-F238E27FC236}">
                      <a16:creationId xmlns:a16="http://schemas.microsoft.com/office/drawing/2014/main" id="{FC930994-F4BC-8A59-0255-7CB762C89D8C}"/>
                    </a:ext>
                  </a:extLst>
                </p:cNvPr>
                <p:cNvGrpSpPr/>
                <p:nvPr userDrawn="1"/>
              </p:nvGrpSpPr>
              <p:grpSpPr>
                <a:xfrm>
                  <a:off x="5361924" y="7472790"/>
                  <a:ext cx="1828800" cy="1828800"/>
                  <a:chOff x="5388428" y="7173291"/>
                  <a:chExt cx="1828800" cy="1828800"/>
                </a:xfrm>
              </p:grpSpPr>
              <p:grpSp>
                <p:nvGrpSpPr>
                  <p:cNvPr id="28" name="Group 27">
                    <a:extLst>
                      <a:ext uri="{FF2B5EF4-FFF2-40B4-BE49-F238E27FC236}">
                        <a16:creationId xmlns:a16="http://schemas.microsoft.com/office/drawing/2014/main" id="{2EB47D68-513B-745E-056F-1A887B8C4F3C}"/>
                      </a:ext>
                    </a:extLst>
                  </p:cNvPr>
                  <p:cNvGrpSpPr/>
                  <p:nvPr userDrawn="1"/>
                </p:nvGrpSpPr>
                <p:grpSpPr>
                  <a:xfrm>
                    <a:off x="5388428" y="7173291"/>
                    <a:ext cx="1828800" cy="1828800"/>
                    <a:chOff x="5388428" y="7173291"/>
                    <a:chExt cx="1828800" cy="1828800"/>
                  </a:xfrm>
                </p:grpSpPr>
                <p:grpSp>
                  <p:nvGrpSpPr>
                    <p:cNvPr id="30" name="Group 29">
                      <a:extLst>
                        <a:ext uri="{FF2B5EF4-FFF2-40B4-BE49-F238E27FC236}">
                          <a16:creationId xmlns:a16="http://schemas.microsoft.com/office/drawing/2014/main" id="{D5D2E069-B47E-CED4-D57C-8DEB4A002866}"/>
                        </a:ext>
                      </a:extLst>
                    </p:cNvPr>
                    <p:cNvGrpSpPr/>
                    <p:nvPr userDrawn="1"/>
                  </p:nvGrpSpPr>
                  <p:grpSpPr>
                    <a:xfrm>
                      <a:off x="5388428" y="7173291"/>
                      <a:ext cx="1828800" cy="1828800"/>
                      <a:chOff x="5579044" y="7049770"/>
                      <a:chExt cx="1828800" cy="1828800"/>
                    </a:xfrm>
                  </p:grpSpPr>
                  <p:grpSp>
                    <p:nvGrpSpPr>
                      <p:cNvPr id="32" name="Group 31">
                        <a:extLst>
                          <a:ext uri="{FF2B5EF4-FFF2-40B4-BE49-F238E27FC236}">
                            <a16:creationId xmlns:a16="http://schemas.microsoft.com/office/drawing/2014/main" id="{9DF0BE1E-8255-D7ED-DADF-ABDE071D900B}"/>
                          </a:ext>
                        </a:extLst>
                      </p:cNvPr>
                      <p:cNvGrpSpPr/>
                      <p:nvPr userDrawn="1"/>
                    </p:nvGrpSpPr>
                    <p:grpSpPr>
                      <a:xfrm>
                        <a:off x="5579044" y="7049770"/>
                        <a:ext cx="1828800" cy="1828800"/>
                        <a:chOff x="5579044" y="7049770"/>
                        <a:chExt cx="1828800" cy="1828800"/>
                      </a:xfrm>
                    </p:grpSpPr>
                    <p:grpSp>
                      <p:nvGrpSpPr>
                        <p:cNvPr id="34" name="Group 33">
                          <a:extLst>
                            <a:ext uri="{FF2B5EF4-FFF2-40B4-BE49-F238E27FC236}">
                              <a16:creationId xmlns:a16="http://schemas.microsoft.com/office/drawing/2014/main" id="{EF445392-8CF3-37A6-8058-776D09D0D6F8}"/>
                            </a:ext>
                          </a:extLst>
                        </p:cNvPr>
                        <p:cNvGrpSpPr/>
                        <p:nvPr userDrawn="1"/>
                      </p:nvGrpSpPr>
                      <p:grpSpPr>
                        <a:xfrm>
                          <a:off x="5579044" y="7049770"/>
                          <a:ext cx="1828800" cy="1828800"/>
                          <a:chOff x="5579044" y="7049770"/>
                          <a:chExt cx="1828800" cy="1828800"/>
                        </a:xfrm>
                      </p:grpSpPr>
                      <p:grpSp>
                        <p:nvGrpSpPr>
                          <p:cNvPr id="36" name="Group 35">
                            <a:extLst>
                              <a:ext uri="{FF2B5EF4-FFF2-40B4-BE49-F238E27FC236}">
                                <a16:creationId xmlns:a16="http://schemas.microsoft.com/office/drawing/2014/main" id="{A8307134-2EE7-43EC-9DAC-DCB794780DEA}"/>
                              </a:ext>
                            </a:extLst>
                          </p:cNvPr>
                          <p:cNvGrpSpPr/>
                          <p:nvPr userDrawn="1"/>
                        </p:nvGrpSpPr>
                        <p:grpSpPr>
                          <a:xfrm>
                            <a:off x="5579044" y="7049770"/>
                            <a:ext cx="1828800" cy="1828800"/>
                            <a:chOff x="5579044" y="7049770"/>
                            <a:chExt cx="1828800" cy="1828800"/>
                          </a:xfrm>
                        </p:grpSpPr>
                        <p:sp>
                          <p:nvSpPr>
                            <p:cNvPr id="38" name="Oval 37">
                              <a:extLst>
                                <a:ext uri="{FF2B5EF4-FFF2-40B4-BE49-F238E27FC236}">
                                  <a16:creationId xmlns:a16="http://schemas.microsoft.com/office/drawing/2014/main" id="{382A35DD-F7C5-70F6-D134-919023F7A5FF}"/>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39" name="Oval 38">
                              <a:extLst>
                                <a:ext uri="{FF2B5EF4-FFF2-40B4-BE49-F238E27FC236}">
                                  <a16:creationId xmlns:a16="http://schemas.microsoft.com/office/drawing/2014/main" id="{21CBF64B-E129-21CB-71E1-6C8760E0DE72}"/>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7" name="Oval 36">
                            <a:extLst>
                              <a:ext uri="{FF2B5EF4-FFF2-40B4-BE49-F238E27FC236}">
                                <a16:creationId xmlns:a16="http://schemas.microsoft.com/office/drawing/2014/main" id="{6C010984-01AD-1123-FB16-B8C7383BF5D4}"/>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5" name="Oval 34">
                          <a:extLst>
                            <a:ext uri="{FF2B5EF4-FFF2-40B4-BE49-F238E27FC236}">
                              <a16:creationId xmlns:a16="http://schemas.microsoft.com/office/drawing/2014/main" id="{2645508E-EECF-A16C-DC3A-2C8B41F09EE7}"/>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3" name="Oval 32">
                        <a:extLst>
                          <a:ext uri="{FF2B5EF4-FFF2-40B4-BE49-F238E27FC236}">
                            <a16:creationId xmlns:a16="http://schemas.microsoft.com/office/drawing/2014/main" id="{37162C4B-AC54-9CEA-B058-F7162CE8AE3C}"/>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1" name="Oval 30">
                      <a:extLst>
                        <a:ext uri="{FF2B5EF4-FFF2-40B4-BE49-F238E27FC236}">
                          <a16:creationId xmlns:a16="http://schemas.microsoft.com/office/drawing/2014/main" id="{DD2EE0E6-CFBF-378B-CE05-8DA22D403C33}"/>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9" name="Oval 28">
                    <a:extLst>
                      <a:ext uri="{FF2B5EF4-FFF2-40B4-BE49-F238E27FC236}">
                        <a16:creationId xmlns:a16="http://schemas.microsoft.com/office/drawing/2014/main" id="{1043BA08-F80B-D69B-1836-714240CBABA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3" name="Oval 22">
                  <a:extLst>
                    <a:ext uri="{FF2B5EF4-FFF2-40B4-BE49-F238E27FC236}">
                      <a16:creationId xmlns:a16="http://schemas.microsoft.com/office/drawing/2014/main" id="{220EB7A1-A6B8-7FE1-6AA7-E28FD70F7BA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4" name="Oval 23">
                  <a:extLst>
                    <a:ext uri="{FF2B5EF4-FFF2-40B4-BE49-F238E27FC236}">
                      <a16:creationId xmlns:a16="http://schemas.microsoft.com/office/drawing/2014/main" id="{04D66D84-B739-A792-E583-5534B536144C}"/>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5" name="Oval 24">
                  <a:extLst>
                    <a:ext uri="{FF2B5EF4-FFF2-40B4-BE49-F238E27FC236}">
                      <a16:creationId xmlns:a16="http://schemas.microsoft.com/office/drawing/2014/main" id="{8E8A406B-2DE5-B507-6EF2-C4C263266856}"/>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6" name="Oval 25">
                  <a:extLst>
                    <a:ext uri="{FF2B5EF4-FFF2-40B4-BE49-F238E27FC236}">
                      <a16:creationId xmlns:a16="http://schemas.microsoft.com/office/drawing/2014/main" id="{E8380DAA-AD74-31E2-F8D0-7E9E8987B41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7" name="Oval 26">
                  <a:extLst>
                    <a:ext uri="{FF2B5EF4-FFF2-40B4-BE49-F238E27FC236}">
                      <a16:creationId xmlns:a16="http://schemas.microsoft.com/office/drawing/2014/main" id="{5EB08ACB-7F40-84AD-FB38-8F4394CD5A1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1" name="Oval 20">
                <a:extLst>
                  <a:ext uri="{FF2B5EF4-FFF2-40B4-BE49-F238E27FC236}">
                    <a16:creationId xmlns:a16="http://schemas.microsoft.com/office/drawing/2014/main" id="{126DD059-3FB7-D28B-D684-B3636F33A195}"/>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3" name="Freeform: Shape 12">
              <a:extLst>
                <a:ext uri="{FF2B5EF4-FFF2-40B4-BE49-F238E27FC236}">
                  <a16:creationId xmlns:a16="http://schemas.microsoft.com/office/drawing/2014/main" id="{DB9BE48F-A624-EE7B-F8C8-6F55BFF09BA8}"/>
                </a:ext>
              </a:extLst>
            </p:cNvPr>
            <p:cNvSpPr/>
            <p:nvPr userDrawn="1"/>
          </p:nvSpPr>
          <p:spPr>
            <a:xfrm rot="10800000">
              <a:off x="1013527" y="204317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Rectangle 9">
              <a:extLst>
                <a:ext uri="{FF2B5EF4-FFF2-40B4-BE49-F238E27FC236}">
                  <a16:creationId xmlns:a16="http://schemas.microsoft.com/office/drawing/2014/main" id="{2ACACF2A-54FA-875F-4E8E-4E52E9A9854C}"/>
                </a:ext>
              </a:extLst>
            </p:cNvPr>
            <p:cNvSpPr/>
            <p:nvPr userDrawn="1"/>
          </p:nvSpPr>
          <p:spPr>
            <a:xfrm rot="5400000">
              <a:off x="2028432" y="4821048"/>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F7A0628B-287D-B79D-2B5B-2A0247F6CFFF}"/>
                </a:ext>
              </a:extLst>
            </p:cNvPr>
            <p:cNvSpPr/>
            <p:nvPr userDrawn="1"/>
          </p:nvSpPr>
          <p:spPr>
            <a:xfrm>
              <a:off x="861942" y="888111"/>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9D22E573-F02A-D229-31D5-CD1433662D06}"/>
                </a:ext>
              </a:extLst>
            </p:cNvPr>
            <p:cNvSpPr/>
            <p:nvPr userDrawn="1"/>
          </p:nvSpPr>
          <p:spPr>
            <a:xfrm>
              <a:off x="0" y="4082178"/>
              <a:ext cx="2029968"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Graphic 16">
              <a:extLst>
                <a:ext uri="{FF2B5EF4-FFF2-40B4-BE49-F238E27FC236}">
                  <a16:creationId xmlns:a16="http://schemas.microsoft.com/office/drawing/2014/main" id="{8A3B454D-6F72-105B-748A-51A877287D1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2029016" y="2051944"/>
              <a:ext cx="2029968" cy="2029968"/>
            </a:xfrm>
            <a:prstGeom prst="rect">
              <a:avLst/>
            </a:prstGeom>
          </p:spPr>
        </p:pic>
        <p:pic>
          <p:nvPicPr>
            <p:cNvPr id="18" name="Graphic 17">
              <a:extLst>
                <a:ext uri="{FF2B5EF4-FFF2-40B4-BE49-F238E27FC236}">
                  <a16:creationId xmlns:a16="http://schemas.microsoft.com/office/drawing/2014/main" id="{1197E82C-B4C5-80DD-D9D2-0338BCED051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4078224"/>
              <a:ext cx="2029968" cy="2029968"/>
            </a:xfrm>
            <a:prstGeom prst="rect">
              <a:avLst/>
            </a:prstGeom>
          </p:spPr>
        </p:pic>
        <p:cxnSp>
          <p:nvCxnSpPr>
            <p:cNvPr id="19" name="Straight Connector 18">
              <a:extLst>
                <a:ext uri="{FF2B5EF4-FFF2-40B4-BE49-F238E27FC236}">
                  <a16:creationId xmlns:a16="http://schemas.microsoft.com/office/drawing/2014/main" id="{D438151A-DEBA-CFB4-26CA-86D48352A400}"/>
                </a:ext>
              </a:extLst>
            </p:cNvPr>
            <p:cNvCxnSpPr>
              <a:cxnSpLocks/>
            </p:cNvCxnSpPr>
            <p:nvPr userDrawn="1"/>
          </p:nvCxnSpPr>
          <p:spPr>
            <a:xfrm>
              <a:off x="974376" y="989441"/>
              <a:ext cx="5867327" cy="586720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82824479"/>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12/11/2023</a:t>
            </a:r>
            <a:endParaRPr lang="en-US" dirty="0"/>
          </a:p>
        </p:txBody>
      </p:sp>
      <p:sp>
        <p:nvSpPr>
          <p:cNvPr id="3" name="Footer Placeholder 2"/>
          <p:cNvSpPr>
            <a:spLocks noGrp="1"/>
          </p:cNvSpPr>
          <p:nvPr>
            <p:ph type="ftr" sz="quarter" idx="11"/>
          </p:nvPr>
        </p:nvSpPr>
        <p:spPr/>
        <p:txBody>
          <a:bodyPr/>
          <a:lstStyle/>
          <a:p>
            <a:r>
              <a:rPr lang="en-US"/>
              <a:t>Presentation title</a:t>
            </a:r>
            <a:endParaRPr lang="en-US" dirty="0"/>
          </a:p>
        </p:txBody>
      </p:sp>
      <p:sp>
        <p:nvSpPr>
          <p:cNvPr id="4" name="Slide Number Placeholder 3"/>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963450910"/>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12/11/2023</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545764694"/>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12/11/2023</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37806493"/>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12/11/2023</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761490436"/>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12/11/2023</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B5CEABB6-07DC-46E8-9B57-56EC44A396E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133834885"/>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12/11/2023</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378698040"/>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12/11/2023</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B5CEABB6-07DC-46E8-9B57-56EC44A396E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829866982"/>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12/11/2023</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182305636"/>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12/11/2023</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160385841"/>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12/11/2023</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294349812"/>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ontent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4933950" y="429461"/>
            <a:ext cx="6343650" cy="2668463"/>
          </a:xfrm>
        </p:spPr>
        <p:txBody>
          <a:bodyPr anchor="b" anchorCtr="0"/>
          <a:lstStyle>
            <a:lvl1pPr>
              <a:defRPr cap="all" baseline="0">
                <a:solidFill>
                  <a:schemeClr val="accent1"/>
                </a:solidFill>
              </a:defRPr>
            </a:lvl1pPr>
          </a:lstStyle>
          <a:p>
            <a:r>
              <a:rPr lang="en-US" dirty="0"/>
              <a:t>CLICK TO ADD TITLE</a:t>
            </a:r>
          </a:p>
        </p:txBody>
      </p:sp>
      <p:sp>
        <p:nvSpPr>
          <p:cNvPr id="7" name="Content Placeholder 2">
            <a:extLst>
              <a:ext uri="{FF2B5EF4-FFF2-40B4-BE49-F238E27FC236}">
                <a16:creationId xmlns:a16="http://schemas.microsoft.com/office/drawing/2014/main" id="{F183B974-C7F1-5026-EC6E-647371B64BBB}"/>
              </a:ext>
            </a:extLst>
          </p:cNvPr>
          <p:cNvSpPr>
            <a:spLocks noGrp="1"/>
          </p:cNvSpPr>
          <p:nvPr>
            <p:ph sz="half" idx="14" hasCustomPrompt="1"/>
          </p:nvPr>
        </p:nvSpPr>
        <p:spPr>
          <a:xfrm>
            <a:off x="4938712" y="3299953"/>
            <a:ext cx="6338888" cy="2668463"/>
          </a:xfrm>
        </p:spPr>
        <p:txBody>
          <a:bodyPr>
            <a:normAutofit/>
          </a:bodyPr>
          <a:lstStyle>
            <a:lvl1pPr marL="0" indent="0">
              <a:lnSpc>
                <a:spcPct val="150000"/>
              </a:lnSpc>
              <a:spcBef>
                <a:spcPts val="0"/>
              </a:spcBef>
              <a:spcAft>
                <a:spcPts val="0"/>
              </a:spcAft>
              <a:buFont typeface="Arial" panose="020B0604020202020204" pitchFamily="34" charset="0"/>
              <a:buNone/>
              <a:defRPr sz="24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3" name="Group 2">
            <a:extLst>
              <a:ext uri="{FF2B5EF4-FFF2-40B4-BE49-F238E27FC236}">
                <a16:creationId xmlns:a16="http://schemas.microsoft.com/office/drawing/2014/main" id="{464914EB-20DD-97B4-8FF9-94D739D21CA4}"/>
              </a:ext>
              <a:ext uri="{C183D7F6-B498-43B3-948B-1728B52AA6E4}">
                <adec:decorative xmlns:adec="http://schemas.microsoft.com/office/drawing/2017/decorative" val="1"/>
              </a:ext>
            </a:extLst>
          </p:cNvPr>
          <p:cNvGrpSpPr/>
          <p:nvPr userDrawn="1"/>
        </p:nvGrpSpPr>
        <p:grpSpPr>
          <a:xfrm>
            <a:off x="-9867" y="-7753"/>
            <a:ext cx="4187536" cy="6865753"/>
            <a:chOff x="-9867" y="-7753"/>
            <a:chExt cx="4187536" cy="6865753"/>
          </a:xfrm>
        </p:grpSpPr>
        <p:sp>
          <p:nvSpPr>
            <p:cNvPr id="64" name="Rectangle 63">
              <a:extLst>
                <a:ext uri="{FF2B5EF4-FFF2-40B4-BE49-F238E27FC236}">
                  <a16:creationId xmlns:a16="http://schemas.microsoft.com/office/drawing/2014/main" id="{0407AED1-9974-465A-BC9C-530E270105DE}"/>
                </a:ext>
              </a:extLst>
            </p:cNvPr>
            <p:cNvSpPr/>
            <p:nvPr userDrawn="1"/>
          </p:nvSpPr>
          <p:spPr>
            <a:xfrm flipH="1">
              <a:off x="0" y="2021358"/>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808ADBC6-C9BE-4302-A86A-4AC842874C24}"/>
                </a:ext>
              </a:extLst>
            </p:cNvPr>
            <p:cNvSpPr/>
            <p:nvPr userDrawn="1"/>
          </p:nvSpPr>
          <p:spPr>
            <a:xfrm>
              <a:off x="2029604" y="2031653"/>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2B04AFC-F339-4DFB-AA44-D68317065E02}"/>
                </a:ext>
              </a:extLst>
            </p:cNvPr>
            <p:cNvSpPr/>
            <p:nvPr userDrawn="1"/>
          </p:nvSpPr>
          <p:spPr>
            <a:xfrm>
              <a:off x="2028253" y="4052815"/>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Picture 19" descr="A black and white striped pattern&#10;&#10;Description automatically generated with low confidence">
              <a:extLst>
                <a:ext uri="{FF2B5EF4-FFF2-40B4-BE49-F238E27FC236}">
                  <a16:creationId xmlns:a16="http://schemas.microsoft.com/office/drawing/2014/main" id="{E88B2398-8473-499F-836C-F3AF518F5BB2}"/>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2033015" y="5086646"/>
              <a:ext cx="2019299" cy="999451"/>
            </a:xfrm>
            <a:prstGeom prst="rect">
              <a:avLst/>
            </a:prstGeom>
          </p:spPr>
        </p:pic>
        <p:pic>
          <p:nvPicPr>
            <p:cNvPr id="26" name="Graphic 25">
              <a:extLst>
                <a:ext uri="{FF2B5EF4-FFF2-40B4-BE49-F238E27FC236}">
                  <a16:creationId xmlns:a16="http://schemas.microsoft.com/office/drawing/2014/main" id="{E1BC9BFE-80C0-4DA9-92DB-070C41E412B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9867" y="-1076"/>
              <a:ext cx="2029968" cy="2029968"/>
            </a:xfrm>
            <a:prstGeom prst="rect">
              <a:avLst/>
            </a:prstGeom>
          </p:spPr>
        </p:pic>
        <p:sp>
          <p:nvSpPr>
            <p:cNvPr id="31" name="Rectangle 30">
              <a:extLst>
                <a:ext uri="{FF2B5EF4-FFF2-40B4-BE49-F238E27FC236}">
                  <a16:creationId xmlns:a16="http://schemas.microsoft.com/office/drawing/2014/main" id="{A522571C-09D3-4F39-B963-76F80D9973F1}"/>
                </a:ext>
              </a:extLst>
            </p:cNvPr>
            <p:cNvSpPr/>
            <p:nvPr userDrawn="1"/>
          </p:nvSpPr>
          <p:spPr>
            <a:xfrm>
              <a:off x="2029968" y="6045049"/>
              <a:ext cx="2029968" cy="8129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20268D7D-D5FB-492C-8D00-3E866534BD42}"/>
                </a:ext>
              </a:extLst>
            </p:cNvPr>
            <p:cNvSpPr/>
            <p:nvPr userDrawn="1"/>
          </p:nvSpPr>
          <p:spPr>
            <a:xfrm flipH="1">
              <a:off x="0" y="4828032"/>
              <a:ext cx="2032942"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a:extLst>
                <a:ext uri="{FF2B5EF4-FFF2-40B4-BE49-F238E27FC236}">
                  <a16:creationId xmlns:a16="http://schemas.microsoft.com/office/drawing/2014/main" id="{54BCEF24-C76B-44E5-A457-E55658E8EB8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860" y="4828032"/>
              <a:ext cx="2029968" cy="2029968"/>
            </a:xfrm>
            <a:prstGeom prst="rect">
              <a:avLst/>
            </a:prstGeom>
          </p:spPr>
        </p:pic>
        <p:grpSp>
          <p:nvGrpSpPr>
            <p:cNvPr id="40" name="Group 39">
              <a:extLst>
                <a:ext uri="{FF2B5EF4-FFF2-40B4-BE49-F238E27FC236}">
                  <a16:creationId xmlns:a16="http://schemas.microsoft.com/office/drawing/2014/main" id="{18216784-417D-44A8-8CF1-C0CAF410EB9B}"/>
                </a:ext>
              </a:extLst>
            </p:cNvPr>
            <p:cNvGrpSpPr/>
            <p:nvPr userDrawn="1"/>
          </p:nvGrpSpPr>
          <p:grpSpPr>
            <a:xfrm>
              <a:off x="100242" y="2099803"/>
              <a:ext cx="1920240" cy="1920240"/>
              <a:chOff x="5361924" y="7472790"/>
              <a:chExt cx="1828800" cy="1828800"/>
            </a:xfrm>
          </p:grpSpPr>
          <p:grpSp>
            <p:nvGrpSpPr>
              <p:cNvPr id="41" name="Group 40">
                <a:extLst>
                  <a:ext uri="{FF2B5EF4-FFF2-40B4-BE49-F238E27FC236}">
                    <a16:creationId xmlns:a16="http://schemas.microsoft.com/office/drawing/2014/main" id="{FFF90BA2-E949-4FDF-A88E-B68F607E3205}"/>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41F18930-2C24-4BA6-A1EB-BF1644EE8558}"/>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D5953E65-C24C-4C83-86BB-E4A6D2532FDF}"/>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0B9DA7A8-A66E-4E0E-92DF-B3FF112EBB70}"/>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94E74739-1964-4A3C-B2E5-28FEF5EF8E49}"/>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E31C22DC-76BD-4E83-8A1A-B7AE70B2E8FE}"/>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F63C700C-5749-4BA1-8128-78559312E825}"/>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EC81C305-3A69-4634-8A07-56F8272122AF}"/>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A14AAEDA-8F87-420D-A6BD-FF115C08EB7A}"/>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A1FA4EA0-701D-49A3-8962-1BD0CE6E9C0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E362A8AA-1110-4C1C-9922-60F7D43E82B0}"/>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BC8B72EE-335A-4030-B500-7E6FB4D24F18}"/>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10167348-D9AA-4440-8569-849A6B0F2C2D}"/>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A5616AB2-7A83-42C0-883C-FFA27D5468C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6A9CA073-4F0B-4787-B46D-7886261E945E}"/>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9AF901A3-1EC5-458F-A653-74CCEAE9A13D}"/>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4D5E35A9-4BB5-48F3-AE34-E1BDD3343EB1}"/>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A9A549D5-A823-49C4-8C36-D074E6E039B9}"/>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6A767C47-7246-4B50-8E78-82766365754A}"/>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0AEE1DDC-07C3-4204-A3B1-BB7C77C0622B}"/>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75" name="Rectangle 74">
              <a:extLst>
                <a:ext uri="{FF2B5EF4-FFF2-40B4-BE49-F238E27FC236}">
                  <a16:creationId xmlns:a16="http://schemas.microsoft.com/office/drawing/2014/main" id="{15DA288D-BE35-46E8-AA86-9F28D8504DAB}"/>
                </a:ext>
              </a:extLst>
            </p:cNvPr>
            <p:cNvSpPr/>
            <p:nvPr userDrawn="1"/>
          </p:nvSpPr>
          <p:spPr>
            <a:xfrm>
              <a:off x="0" y="4043197"/>
              <a:ext cx="2029968" cy="784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Freeform: Shape 73">
              <a:extLst>
                <a:ext uri="{FF2B5EF4-FFF2-40B4-BE49-F238E27FC236}">
                  <a16:creationId xmlns:a16="http://schemas.microsoft.com/office/drawing/2014/main" id="{72557B54-30A3-4192-9D51-EE28AF522DE9}"/>
                </a:ext>
              </a:extLst>
            </p:cNvPr>
            <p:cNvSpPr/>
            <p:nvPr userDrawn="1"/>
          </p:nvSpPr>
          <p:spPr>
            <a:xfrm>
              <a:off x="0" y="2021358"/>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6" name="Straight Connector 65">
              <a:extLst>
                <a:ext uri="{FF2B5EF4-FFF2-40B4-BE49-F238E27FC236}">
                  <a16:creationId xmlns:a16="http://schemas.microsoft.com/office/drawing/2014/main" id="{2208FD0E-034D-4DF3-85D7-F0EBE2775B58}"/>
                </a:ext>
              </a:extLst>
            </p:cNvPr>
            <p:cNvCxnSpPr>
              <a:cxnSpLocks/>
            </p:cNvCxnSpPr>
            <p:nvPr userDrawn="1"/>
          </p:nvCxnSpPr>
          <p:spPr>
            <a:xfrm>
              <a:off x="10632" y="-7753"/>
              <a:ext cx="4052352" cy="404086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E20239FE-47D0-4B4F-8440-F859F368C141}"/>
                </a:ext>
              </a:extLst>
            </p:cNvPr>
            <p:cNvSpPr/>
            <p:nvPr userDrawn="1"/>
          </p:nvSpPr>
          <p:spPr>
            <a:xfrm>
              <a:off x="3903349" y="3869829"/>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Footer Placeholder 4">
            <a:extLst>
              <a:ext uri="{FF2B5EF4-FFF2-40B4-BE49-F238E27FC236}">
                <a16:creationId xmlns:a16="http://schemas.microsoft.com/office/drawing/2014/main" id="{A8925BB7-B630-981C-964B-37A5DCBEA2E2}"/>
              </a:ext>
            </a:extLst>
          </p:cNvPr>
          <p:cNvSpPr>
            <a:spLocks noGrp="1"/>
          </p:cNvSpPr>
          <p:nvPr>
            <p:ph type="ftr" sz="quarter" idx="11"/>
          </p:nvPr>
        </p:nvSpPr>
        <p:spPr>
          <a:xfrm>
            <a:off x="7306165" y="6355080"/>
            <a:ext cx="2286000" cy="365125"/>
          </a:xfrm>
        </p:spPr>
        <p:txBody>
          <a:bodyPr/>
          <a:lstStyle>
            <a:lvl1pPr>
              <a:defRPr>
                <a:solidFill>
                  <a:schemeClr val="tx1"/>
                </a:solidFill>
              </a:defRPr>
            </a:lvl1pPr>
          </a:lstStyle>
          <a:p>
            <a:r>
              <a:rPr lang="en-US"/>
              <a:t>Presentation title</a:t>
            </a:r>
            <a:endParaRPr lang="en-US" dirty="0"/>
          </a:p>
        </p:txBody>
      </p:sp>
      <p:sp>
        <p:nvSpPr>
          <p:cNvPr id="5" name="Slide Number Placeholder 5">
            <a:extLst>
              <a:ext uri="{FF2B5EF4-FFF2-40B4-BE49-F238E27FC236}">
                <a16:creationId xmlns:a16="http://schemas.microsoft.com/office/drawing/2014/main" id="{4B4D24B0-E841-7B76-D133-06ABBAB6B6FF}"/>
              </a:ext>
            </a:extLst>
          </p:cNvPr>
          <p:cNvSpPr>
            <a:spLocks noGrp="1"/>
          </p:cNvSpPr>
          <p:nvPr>
            <p:ph type="sldNum" sz="quarter" idx="12"/>
          </p:nvPr>
        </p:nvSpPr>
        <p:spPr>
          <a:xfrm>
            <a:off x="10967357"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
        <p:nvSpPr>
          <p:cNvPr id="6" name="Date Placeholder 3">
            <a:extLst>
              <a:ext uri="{FF2B5EF4-FFF2-40B4-BE49-F238E27FC236}">
                <a16:creationId xmlns:a16="http://schemas.microsoft.com/office/drawing/2014/main" id="{C7D011F5-A799-BEAA-9160-5743D58B456A}"/>
              </a:ext>
            </a:extLst>
          </p:cNvPr>
          <p:cNvSpPr>
            <a:spLocks noGrp="1"/>
          </p:cNvSpPr>
          <p:nvPr>
            <p:ph type="dt" sz="half" idx="10"/>
          </p:nvPr>
        </p:nvSpPr>
        <p:spPr>
          <a:xfrm>
            <a:off x="4833694" y="6353175"/>
            <a:ext cx="1097280" cy="365125"/>
          </a:xfrm>
        </p:spPr>
        <p:txBody>
          <a:bodyPr/>
          <a:lstStyle>
            <a:lvl1pPr>
              <a:defRPr>
                <a:solidFill>
                  <a:schemeClr val="tx1"/>
                </a:solidFill>
              </a:defRPr>
            </a:lvl1pPr>
          </a:lstStyle>
          <a:p>
            <a:r>
              <a:rPr lang="en-US"/>
              <a:t>12/11/2023</a:t>
            </a:r>
            <a:endParaRPr lang="en-US" dirty="0"/>
          </a:p>
        </p:txBody>
      </p:sp>
    </p:spTree>
    <p:extLst>
      <p:ext uri="{BB962C8B-B14F-4D97-AF65-F5344CB8AC3E}">
        <p14:creationId xmlns:p14="http://schemas.microsoft.com/office/powerpoint/2010/main" val="3861243721"/>
      </p:ext>
    </p:extLst>
  </p:cSld>
  <p:clrMapOvr>
    <a:masterClrMapping/>
  </p:clrMapOvr>
  <p:extLst>
    <p:ext uri="{DCECCB84-F9BA-43D5-87BE-67443E8EF086}">
      <p15:sldGuideLst xmlns:p15="http://schemas.microsoft.com/office/powerpoint/2012/main">
        <p15:guide id="1" orient="horz" pos="552">
          <p15:clr>
            <a:srgbClr val="FBAE40"/>
          </p15:clr>
        </p15:guide>
        <p15:guide id="2" pos="7104">
          <p15:clr>
            <a:srgbClr val="FBAE40"/>
          </p15:clr>
        </p15:guide>
        <p15:guide id="3" pos="739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833694" y="660358"/>
            <a:ext cx="6594768" cy="5537284"/>
          </a:xfrm>
        </p:spPr>
        <p:txBody>
          <a:bodyPr anchor="ctr">
            <a:normAutofit/>
          </a:bodyPr>
          <a:lstStyle>
            <a:lvl1pPr algn="l">
              <a:defRPr sz="4800" cap="all" baseline="0">
                <a:solidFill>
                  <a:schemeClr val="tx2"/>
                </a:solidFill>
              </a:defRPr>
            </a:lvl1pPr>
          </a:lstStyle>
          <a:p>
            <a:r>
              <a:rPr lang="en-US" dirty="0"/>
              <a:t>Click to add title</a:t>
            </a:r>
          </a:p>
        </p:txBody>
      </p:sp>
      <p:sp>
        <p:nvSpPr>
          <p:cNvPr id="63" name="Picture Placeholder 62">
            <a:extLst>
              <a:ext uri="{FF2B5EF4-FFF2-40B4-BE49-F238E27FC236}">
                <a16:creationId xmlns:a16="http://schemas.microsoft.com/office/drawing/2014/main" id="{A461CB72-9777-50F4-94EC-91A4EE864A4A}"/>
              </a:ext>
            </a:extLst>
          </p:cNvPr>
          <p:cNvSpPr>
            <a:spLocks noGrp="1"/>
          </p:cNvSpPr>
          <p:nvPr>
            <p:ph type="pic" sz="quarter" idx="13" hasCustomPrompt="1"/>
          </p:nvPr>
        </p:nvSpPr>
        <p:spPr>
          <a:xfrm rot="10800000">
            <a:off x="1" y="761322"/>
            <a:ext cx="4076118" cy="6096678"/>
          </a:xfrm>
          <a:custGeom>
            <a:avLst/>
            <a:gdLst>
              <a:gd name="connsiteX0" fmla="*/ 0 w 4076118"/>
              <a:gd name="connsiteY0" fmla="*/ 0 h 6096678"/>
              <a:gd name="connsiteX1" fmla="*/ 4076118 w 4076118"/>
              <a:gd name="connsiteY1" fmla="*/ 0 h 6096678"/>
              <a:gd name="connsiteX2" fmla="*/ 4076118 w 4076118"/>
              <a:gd name="connsiteY2" fmla="*/ 2038351 h 6096678"/>
              <a:gd name="connsiteX3" fmla="*/ 4076118 w 4076118"/>
              <a:gd name="connsiteY3" fmla="*/ 2048256 h 6096678"/>
              <a:gd name="connsiteX4" fmla="*/ 4076118 w 4076118"/>
              <a:gd name="connsiteY4" fmla="*/ 6096678 h 6096678"/>
              <a:gd name="connsiteX5" fmla="*/ 27696 w 4076118"/>
              <a:gd name="connsiteY5" fmla="*/ 2048256 h 6096678"/>
              <a:gd name="connsiteX6" fmla="*/ 0 w 4076118"/>
              <a:gd name="connsiteY6" fmla="*/ 2048256 h 609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6118" h="6096678">
                <a:moveTo>
                  <a:pt x="0" y="0"/>
                </a:moveTo>
                <a:lnTo>
                  <a:pt x="4076118" y="0"/>
                </a:lnTo>
                <a:lnTo>
                  <a:pt x="4076118" y="2038351"/>
                </a:lnTo>
                <a:lnTo>
                  <a:pt x="4076118" y="2048256"/>
                </a:lnTo>
                <a:lnTo>
                  <a:pt x="4076118" y="6096678"/>
                </a:lnTo>
                <a:lnTo>
                  <a:pt x="27696" y="2048256"/>
                </a:lnTo>
                <a:lnTo>
                  <a:pt x="0" y="2048256"/>
                </a:lnTo>
                <a:close/>
              </a:path>
            </a:pathLst>
          </a:custGeom>
        </p:spPr>
        <p:txBody>
          <a:bodyPr wrap="square">
            <a:noAutofit/>
          </a:bodyPr>
          <a:lstStyle>
            <a:lvl1pPr algn="ctr">
              <a:defRPr sz="2000">
                <a:solidFill>
                  <a:schemeClr val="bg1"/>
                </a:solidFill>
              </a:defRPr>
            </a:lvl1pPr>
          </a:lstStyle>
          <a:p>
            <a:r>
              <a:rPr lang="en-US" dirty="0"/>
              <a:t>Click icon to insert picture</a:t>
            </a:r>
          </a:p>
        </p:txBody>
      </p:sp>
      <p:grpSp>
        <p:nvGrpSpPr>
          <p:cNvPr id="4" name="Group 3">
            <a:extLst>
              <a:ext uri="{FF2B5EF4-FFF2-40B4-BE49-F238E27FC236}">
                <a16:creationId xmlns:a16="http://schemas.microsoft.com/office/drawing/2014/main" id="{A1EA6F58-FA46-C921-5758-59234B148D4F}"/>
              </a:ext>
              <a:ext uri="{C183D7F6-B498-43B3-948B-1728B52AA6E4}">
                <adec:decorative xmlns:adec="http://schemas.microsoft.com/office/drawing/2017/decorative" val="1"/>
              </a:ext>
            </a:extLst>
          </p:cNvPr>
          <p:cNvGrpSpPr/>
          <p:nvPr userDrawn="1"/>
        </p:nvGrpSpPr>
        <p:grpSpPr>
          <a:xfrm>
            <a:off x="0" y="0"/>
            <a:ext cx="4069439" cy="4828833"/>
            <a:chOff x="0" y="0"/>
            <a:chExt cx="4069439" cy="4828833"/>
          </a:xfrm>
        </p:grpSpPr>
        <p:sp>
          <p:nvSpPr>
            <p:cNvPr id="7" name="Rectangle 6">
              <a:extLst>
                <a:ext uri="{FF2B5EF4-FFF2-40B4-BE49-F238E27FC236}">
                  <a16:creationId xmlns:a16="http://schemas.microsoft.com/office/drawing/2014/main" id="{06F989FA-6E7A-3A98-AF95-F2384308BD32}"/>
                </a:ext>
              </a:extLst>
            </p:cNvPr>
            <p:cNvSpPr>
              <a:spLocks/>
            </p:cNvSpPr>
            <p:nvPr userDrawn="1"/>
          </p:nvSpPr>
          <p:spPr>
            <a:xfrm rot="10800000" flipH="1">
              <a:off x="2026630" y="776431"/>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23">
              <a:extLst>
                <a:ext uri="{FF2B5EF4-FFF2-40B4-BE49-F238E27FC236}">
                  <a16:creationId xmlns:a16="http://schemas.microsoft.com/office/drawing/2014/main" id="{F0BAC8B3-F184-675F-DC5F-C48CE69D7622}"/>
                </a:ext>
              </a:extLst>
            </p:cNvPr>
            <p:cNvSpPr/>
            <p:nvPr userDrawn="1"/>
          </p:nvSpPr>
          <p:spPr>
            <a:xfrm rot="10800000">
              <a:off x="0" y="766136"/>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0B75A35-885A-CE38-4F65-95EF186B13D1}"/>
                </a:ext>
              </a:extLst>
            </p:cNvPr>
            <p:cNvSpPr/>
            <p:nvPr userDrawn="1"/>
          </p:nvSpPr>
          <p:spPr>
            <a:xfrm rot="10800000">
              <a:off x="1351" y="0"/>
              <a:ext cx="2029968" cy="7749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4B488086-4998-410C-FCC8-29CA6288A7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039471" y="2798865"/>
              <a:ext cx="2029968" cy="2029968"/>
            </a:xfrm>
            <a:prstGeom prst="rect">
              <a:avLst/>
            </a:prstGeom>
          </p:spPr>
        </p:pic>
        <p:sp>
          <p:nvSpPr>
            <p:cNvPr id="41" name="Rectangle 40">
              <a:extLst>
                <a:ext uri="{FF2B5EF4-FFF2-40B4-BE49-F238E27FC236}">
                  <a16:creationId xmlns:a16="http://schemas.microsoft.com/office/drawing/2014/main" id="{26879019-2911-2F60-CC5B-25D1BE752B8D}"/>
                </a:ext>
              </a:extLst>
            </p:cNvPr>
            <p:cNvSpPr/>
            <p:nvPr userDrawn="1"/>
          </p:nvSpPr>
          <p:spPr>
            <a:xfrm rot="10800000">
              <a:off x="2029604" y="0"/>
              <a:ext cx="2029968" cy="784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black and white striped pattern&#10;&#10;Description automatically generated with low confidence">
              <a:extLst>
                <a:ext uri="{FF2B5EF4-FFF2-40B4-BE49-F238E27FC236}">
                  <a16:creationId xmlns:a16="http://schemas.microsoft.com/office/drawing/2014/main" id="{CD1CD1B2-7EBC-96B6-A02D-7972C278746E}"/>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rot="10800000">
              <a:off x="2035948" y="788197"/>
              <a:ext cx="2019299" cy="999451"/>
            </a:xfrm>
            <a:prstGeom prst="rect">
              <a:avLst/>
            </a:prstGeom>
          </p:spPr>
        </p:pic>
      </p:grpSp>
    </p:spTree>
    <p:extLst>
      <p:ext uri="{BB962C8B-B14F-4D97-AF65-F5344CB8AC3E}">
        <p14:creationId xmlns:p14="http://schemas.microsoft.com/office/powerpoint/2010/main" val="488861386"/>
      </p:ext>
    </p:extLst>
  </p:cSld>
  <p:clrMapOvr>
    <a:masterClrMapping/>
  </p:clrMapOvr>
  <p:extLst>
    <p:ext uri="{DCECCB84-F9BA-43D5-87BE-67443E8EF086}">
      <p15:sldGuideLst xmlns:p15="http://schemas.microsoft.com/office/powerpoint/2012/main">
        <p15:guide id="1" orient="horz" pos="1080">
          <p15:clr>
            <a:srgbClr val="FBAE40"/>
          </p15:clr>
        </p15:guide>
        <p15:guide id="2" orient="horz" pos="2160">
          <p15:clr>
            <a:srgbClr val="FBAE40"/>
          </p15:clr>
        </p15:guide>
        <p15:guide id="3" orient="horz" pos="3240">
          <p15:clr>
            <a:srgbClr val="FBAE40"/>
          </p15:clr>
        </p15:guide>
        <p15:guide id="4" orient="horz" pos="2260">
          <p15:clr>
            <a:srgbClr val="FBAE40"/>
          </p15:clr>
        </p15:guide>
        <p15:guide id="5" pos="729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 Subtitle + Picture ">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833694" y="544285"/>
            <a:ext cx="6594768" cy="3445329"/>
          </a:xfrm>
        </p:spPr>
        <p:txBody>
          <a:bodyPr anchor="b">
            <a:normAutofit/>
          </a:bodyPr>
          <a:lstStyle>
            <a:lvl1pPr algn="l">
              <a:defRPr sz="48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43D32955-BB06-40DE-A14A-2170FD41AD52}"/>
              </a:ext>
            </a:extLst>
          </p:cNvPr>
          <p:cNvSpPr>
            <a:spLocks noGrp="1"/>
          </p:cNvSpPr>
          <p:nvPr>
            <p:ph type="subTitle" idx="1" hasCustomPrompt="1"/>
          </p:nvPr>
        </p:nvSpPr>
        <p:spPr>
          <a:xfrm>
            <a:off x="4829789" y="4130045"/>
            <a:ext cx="6594768" cy="1951523"/>
          </a:xfrm>
        </p:spPr>
        <p:txBody>
          <a:bodyPr>
            <a:normAutofit/>
          </a:bodyPr>
          <a:lstStyle>
            <a:lvl1pPr marL="0" indent="0" algn="l">
              <a:lnSpc>
                <a:spcPct val="150000"/>
              </a:lnSpc>
              <a:spcBef>
                <a:spcPts val="0"/>
              </a:spcBef>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grpSp>
        <p:nvGrpSpPr>
          <p:cNvPr id="4" name="Group 3">
            <a:extLst>
              <a:ext uri="{FF2B5EF4-FFF2-40B4-BE49-F238E27FC236}">
                <a16:creationId xmlns:a16="http://schemas.microsoft.com/office/drawing/2014/main" id="{C2A24CB0-5164-75CE-ED27-EF876C19C655}"/>
              </a:ext>
              <a:ext uri="{C183D7F6-B498-43B3-948B-1728B52AA6E4}">
                <adec:decorative xmlns:adec="http://schemas.microsoft.com/office/drawing/2017/decorative" val="1"/>
              </a:ext>
            </a:extLst>
          </p:cNvPr>
          <p:cNvGrpSpPr/>
          <p:nvPr userDrawn="1"/>
        </p:nvGrpSpPr>
        <p:grpSpPr>
          <a:xfrm>
            <a:off x="0" y="2029167"/>
            <a:ext cx="4069439" cy="4828833"/>
            <a:chOff x="0" y="2029167"/>
            <a:chExt cx="4069439" cy="4828833"/>
          </a:xfrm>
        </p:grpSpPr>
        <p:sp>
          <p:nvSpPr>
            <p:cNvPr id="7" name="Rectangle 6">
              <a:extLst>
                <a:ext uri="{FF2B5EF4-FFF2-40B4-BE49-F238E27FC236}">
                  <a16:creationId xmlns:a16="http://schemas.microsoft.com/office/drawing/2014/main" id="{06F989FA-6E7A-3A98-AF95-F2384308BD32}"/>
                </a:ext>
              </a:extLst>
            </p:cNvPr>
            <p:cNvSpPr/>
            <p:nvPr userDrawn="1"/>
          </p:nvSpPr>
          <p:spPr>
            <a:xfrm flipH="1">
              <a:off x="9867" y="4051601"/>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23">
              <a:extLst>
                <a:ext uri="{FF2B5EF4-FFF2-40B4-BE49-F238E27FC236}">
                  <a16:creationId xmlns:a16="http://schemas.microsoft.com/office/drawing/2014/main" id="{F0BAC8B3-F184-675F-DC5F-C48CE69D7622}"/>
                </a:ext>
              </a:extLst>
            </p:cNvPr>
            <p:cNvSpPr/>
            <p:nvPr userDrawn="1"/>
          </p:nvSpPr>
          <p:spPr>
            <a:xfrm>
              <a:off x="2039471" y="4061896"/>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0B75A35-885A-CE38-4F65-95EF186B13D1}"/>
                </a:ext>
              </a:extLst>
            </p:cNvPr>
            <p:cNvSpPr/>
            <p:nvPr userDrawn="1"/>
          </p:nvSpPr>
          <p:spPr>
            <a:xfrm>
              <a:off x="2038120" y="6083058"/>
              <a:ext cx="2029968" cy="7749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4B488086-4998-410C-FCC8-29CA6288A7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0" y="2029167"/>
              <a:ext cx="2029968" cy="2029968"/>
            </a:xfrm>
            <a:prstGeom prst="rect">
              <a:avLst/>
            </a:prstGeom>
          </p:spPr>
        </p:pic>
        <p:grpSp>
          <p:nvGrpSpPr>
            <p:cNvPr id="19" name="Group 18">
              <a:extLst>
                <a:ext uri="{FF2B5EF4-FFF2-40B4-BE49-F238E27FC236}">
                  <a16:creationId xmlns:a16="http://schemas.microsoft.com/office/drawing/2014/main" id="{227BDAED-0D36-04AE-1A0C-E36977943C38}"/>
                </a:ext>
              </a:extLst>
            </p:cNvPr>
            <p:cNvGrpSpPr/>
            <p:nvPr userDrawn="1"/>
          </p:nvGrpSpPr>
          <p:grpSpPr>
            <a:xfrm>
              <a:off x="110109" y="4130046"/>
              <a:ext cx="1920240" cy="1920240"/>
              <a:chOff x="5361924" y="7472790"/>
              <a:chExt cx="1828800" cy="1828800"/>
            </a:xfrm>
          </p:grpSpPr>
          <p:grpSp>
            <p:nvGrpSpPr>
              <p:cNvPr id="20" name="Group 19">
                <a:extLst>
                  <a:ext uri="{FF2B5EF4-FFF2-40B4-BE49-F238E27FC236}">
                    <a16:creationId xmlns:a16="http://schemas.microsoft.com/office/drawing/2014/main" id="{DCF3798F-8E8C-7928-8347-8BC5B07B29F9}"/>
                  </a:ext>
                </a:extLst>
              </p:cNvPr>
              <p:cNvGrpSpPr/>
              <p:nvPr userDrawn="1"/>
            </p:nvGrpSpPr>
            <p:grpSpPr>
              <a:xfrm>
                <a:off x="5361924" y="7472790"/>
                <a:ext cx="1828800" cy="1828800"/>
                <a:chOff x="5361924" y="7472790"/>
                <a:chExt cx="1828800" cy="1828800"/>
              </a:xfrm>
            </p:grpSpPr>
            <p:grpSp>
              <p:nvGrpSpPr>
                <p:cNvPr id="22" name="Group 21">
                  <a:extLst>
                    <a:ext uri="{FF2B5EF4-FFF2-40B4-BE49-F238E27FC236}">
                      <a16:creationId xmlns:a16="http://schemas.microsoft.com/office/drawing/2014/main" id="{A488BF7D-B7D9-249A-4EC2-8A1F6311D1BD}"/>
                    </a:ext>
                  </a:extLst>
                </p:cNvPr>
                <p:cNvGrpSpPr/>
                <p:nvPr userDrawn="1"/>
              </p:nvGrpSpPr>
              <p:grpSpPr>
                <a:xfrm>
                  <a:off x="5361924" y="7472790"/>
                  <a:ext cx="1828800" cy="1828800"/>
                  <a:chOff x="5388428" y="7173291"/>
                  <a:chExt cx="1828800" cy="1828800"/>
                </a:xfrm>
              </p:grpSpPr>
              <p:grpSp>
                <p:nvGrpSpPr>
                  <p:cNvPr id="29" name="Group 28">
                    <a:extLst>
                      <a:ext uri="{FF2B5EF4-FFF2-40B4-BE49-F238E27FC236}">
                        <a16:creationId xmlns:a16="http://schemas.microsoft.com/office/drawing/2014/main" id="{C68EE8A4-53F3-EAAD-F43C-1F73C11BCE4C}"/>
                      </a:ext>
                    </a:extLst>
                  </p:cNvPr>
                  <p:cNvGrpSpPr/>
                  <p:nvPr userDrawn="1"/>
                </p:nvGrpSpPr>
                <p:grpSpPr>
                  <a:xfrm>
                    <a:off x="5388428" y="7173291"/>
                    <a:ext cx="1828800" cy="1828800"/>
                    <a:chOff x="5388428" y="7173291"/>
                    <a:chExt cx="1828800" cy="1828800"/>
                  </a:xfrm>
                </p:grpSpPr>
                <p:grpSp>
                  <p:nvGrpSpPr>
                    <p:cNvPr id="31" name="Group 30">
                      <a:extLst>
                        <a:ext uri="{FF2B5EF4-FFF2-40B4-BE49-F238E27FC236}">
                          <a16:creationId xmlns:a16="http://schemas.microsoft.com/office/drawing/2014/main" id="{806ABFB8-B814-19D4-3D47-A20F5AE8785F}"/>
                        </a:ext>
                      </a:extLst>
                    </p:cNvPr>
                    <p:cNvGrpSpPr/>
                    <p:nvPr userDrawn="1"/>
                  </p:nvGrpSpPr>
                  <p:grpSpPr>
                    <a:xfrm>
                      <a:off x="5388428" y="7173291"/>
                      <a:ext cx="1828800" cy="1828800"/>
                      <a:chOff x="5579044" y="7049770"/>
                      <a:chExt cx="1828800" cy="1828800"/>
                    </a:xfrm>
                  </p:grpSpPr>
                  <p:grpSp>
                    <p:nvGrpSpPr>
                      <p:cNvPr id="33" name="Group 32">
                        <a:extLst>
                          <a:ext uri="{FF2B5EF4-FFF2-40B4-BE49-F238E27FC236}">
                            <a16:creationId xmlns:a16="http://schemas.microsoft.com/office/drawing/2014/main" id="{992340A8-8A61-1791-D56D-37F56A662FEC}"/>
                          </a:ext>
                        </a:extLst>
                      </p:cNvPr>
                      <p:cNvGrpSpPr/>
                      <p:nvPr userDrawn="1"/>
                    </p:nvGrpSpPr>
                    <p:grpSpPr>
                      <a:xfrm>
                        <a:off x="5579044" y="7049770"/>
                        <a:ext cx="1828800" cy="1828800"/>
                        <a:chOff x="5579044" y="7049770"/>
                        <a:chExt cx="1828800" cy="1828800"/>
                      </a:xfrm>
                    </p:grpSpPr>
                    <p:grpSp>
                      <p:nvGrpSpPr>
                        <p:cNvPr id="35" name="Group 34">
                          <a:extLst>
                            <a:ext uri="{FF2B5EF4-FFF2-40B4-BE49-F238E27FC236}">
                              <a16:creationId xmlns:a16="http://schemas.microsoft.com/office/drawing/2014/main" id="{CD482B6F-4CF8-CEB3-7478-EB1A76DCF567}"/>
                            </a:ext>
                          </a:extLst>
                        </p:cNvPr>
                        <p:cNvGrpSpPr/>
                        <p:nvPr userDrawn="1"/>
                      </p:nvGrpSpPr>
                      <p:grpSpPr>
                        <a:xfrm>
                          <a:off x="5579044" y="7049770"/>
                          <a:ext cx="1828800" cy="1828800"/>
                          <a:chOff x="5579044" y="7049770"/>
                          <a:chExt cx="1828800" cy="1828800"/>
                        </a:xfrm>
                      </p:grpSpPr>
                      <p:grpSp>
                        <p:nvGrpSpPr>
                          <p:cNvPr id="37" name="Group 36">
                            <a:extLst>
                              <a:ext uri="{FF2B5EF4-FFF2-40B4-BE49-F238E27FC236}">
                                <a16:creationId xmlns:a16="http://schemas.microsoft.com/office/drawing/2014/main" id="{48DB94FE-59B9-2EAD-D619-84D732CEACD3}"/>
                              </a:ext>
                            </a:extLst>
                          </p:cNvPr>
                          <p:cNvGrpSpPr/>
                          <p:nvPr userDrawn="1"/>
                        </p:nvGrpSpPr>
                        <p:grpSpPr>
                          <a:xfrm>
                            <a:off x="5579044" y="7049770"/>
                            <a:ext cx="1828800" cy="1828800"/>
                            <a:chOff x="5579044" y="7049770"/>
                            <a:chExt cx="1828800" cy="1828800"/>
                          </a:xfrm>
                        </p:grpSpPr>
                        <p:sp>
                          <p:nvSpPr>
                            <p:cNvPr id="39" name="Oval 38">
                              <a:extLst>
                                <a:ext uri="{FF2B5EF4-FFF2-40B4-BE49-F238E27FC236}">
                                  <a16:creationId xmlns:a16="http://schemas.microsoft.com/office/drawing/2014/main" id="{E9EB6EED-2663-2442-C484-EF27395DCEB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0" name="Oval 39">
                              <a:extLst>
                                <a:ext uri="{FF2B5EF4-FFF2-40B4-BE49-F238E27FC236}">
                                  <a16:creationId xmlns:a16="http://schemas.microsoft.com/office/drawing/2014/main" id="{E5978766-DE51-5FF5-41BE-B1007C37165E}"/>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8" name="Oval 37">
                            <a:extLst>
                              <a:ext uri="{FF2B5EF4-FFF2-40B4-BE49-F238E27FC236}">
                                <a16:creationId xmlns:a16="http://schemas.microsoft.com/office/drawing/2014/main" id="{749B68DA-C119-6301-085A-2E7F3F7E3CB1}"/>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6" name="Oval 35">
                          <a:extLst>
                            <a:ext uri="{FF2B5EF4-FFF2-40B4-BE49-F238E27FC236}">
                              <a16:creationId xmlns:a16="http://schemas.microsoft.com/office/drawing/2014/main" id="{D753957E-F4A5-E4CA-B8B3-F6AE73F159F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4" name="Oval 33">
                        <a:extLst>
                          <a:ext uri="{FF2B5EF4-FFF2-40B4-BE49-F238E27FC236}">
                            <a16:creationId xmlns:a16="http://schemas.microsoft.com/office/drawing/2014/main" id="{3C4F46AE-42C2-9E3D-D294-F9297389D110}"/>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2" name="Oval 31">
                      <a:extLst>
                        <a:ext uri="{FF2B5EF4-FFF2-40B4-BE49-F238E27FC236}">
                          <a16:creationId xmlns:a16="http://schemas.microsoft.com/office/drawing/2014/main" id="{42376F25-4466-0F15-CD2F-B821AC9CCE5C}"/>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0" name="Oval 29">
                    <a:extLst>
                      <a:ext uri="{FF2B5EF4-FFF2-40B4-BE49-F238E27FC236}">
                        <a16:creationId xmlns:a16="http://schemas.microsoft.com/office/drawing/2014/main" id="{BBC988D2-4FFC-612A-DD91-A41B6194EF6C}"/>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4" name="Oval 23">
                  <a:extLst>
                    <a:ext uri="{FF2B5EF4-FFF2-40B4-BE49-F238E27FC236}">
                      <a16:creationId xmlns:a16="http://schemas.microsoft.com/office/drawing/2014/main" id="{53690E8A-1D3D-3D5D-932E-D2A2CFE5BDAB}"/>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5" name="Oval 24">
                  <a:extLst>
                    <a:ext uri="{FF2B5EF4-FFF2-40B4-BE49-F238E27FC236}">
                      <a16:creationId xmlns:a16="http://schemas.microsoft.com/office/drawing/2014/main" id="{1AE08D7C-4190-C00C-19F0-BEC1F608B97A}"/>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6" name="Oval 25">
                  <a:extLst>
                    <a:ext uri="{FF2B5EF4-FFF2-40B4-BE49-F238E27FC236}">
                      <a16:creationId xmlns:a16="http://schemas.microsoft.com/office/drawing/2014/main" id="{7B3E9873-3672-0001-60F1-6068B67A6DFE}"/>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7" name="Oval 26">
                  <a:extLst>
                    <a:ext uri="{FF2B5EF4-FFF2-40B4-BE49-F238E27FC236}">
                      <a16:creationId xmlns:a16="http://schemas.microsoft.com/office/drawing/2014/main" id="{4CD85BCE-3B9E-234C-4D1D-EC1A6A57D298}"/>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8" name="Oval 27">
                  <a:extLst>
                    <a:ext uri="{FF2B5EF4-FFF2-40B4-BE49-F238E27FC236}">
                      <a16:creationId xmlns:a16="http://schemas.microsoft.com/office/drawing/2014/main" id="{5CC66A2F-CBBE-220E-5ECB-528B8EE34F83}"/>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1" name="Oval 20">
                <a:extLst>
                  <a:ext uri="{FF2B5EF4-FFF2-40B4-BE49-F238E27FC236}">
                    <a16:creationId xmlns:a16="http://schemas.microsoft.com/office/drawing/2014/main" id="{B7B0A7FC-B497-31A6-1F93-414F96AF4C4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1" name="Rectangle 40">
              <a:extLst>
                <a:ext uri="{FF2B5EF4-FFF2-40B4-BE49-F238E27FC236}">
                  <a16:creationId xmlns:a16="http://schemas.microsoft.com/office/drawing/2014/main" id="{26879019-2911-2F60-CC5B-25D1BE752B8D}"/>
                </a:ext>
              </a:extLst>
            </p:cNvPr>
            <p:cNvSpPr/>
            <p:nvPr userDrawn="1"/>
          </p:nvSpPr>
          <p:spPr>
            <a:xfrm>
              <a:off x="9867" y="6073440"/>
              <a:ext cx="2029968" cy="784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Shape 41">
              <a:extLst>
                <a:ext uri="{FF2B5EF4-FFF2-40B4-BE49-F238E27FC236}">
                  <a16:creationId xmlns:a16="http://schemas.microsoft.com/office/drawing/2014/main" id="{8CCEA94B-F499-5FCA-D063-7FD71F10F95B}"/>
                </a:ext>
              </a:extLst>
            </p:cNvPr>
            <p:cNvSpPr/>
            <p:nvPr userDrawn="1"/>
          </p:nvSpPr>
          <p:spPr>
            <a:xfrm>
              <a:off x="9867" y="405160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63" name="Picture Placeholder 62">
            <a:extLst>
              <a:ext uri="{FF2B5EF4-FFF2-40B4-BE49-F238E27FC236}">
                <a16:creationId xmlns:a16="http://schemas.microsoft.com/office/drawing/2014/main" id="{A461CB72-9777-50F4-94EC-91A4EE864A4A}"/>
              </a:ext>
            </a:extLst>
          </p:cNvPr>
          <p:cNvSpPr>
            <a:spLocks noGrp="1"/>
          </p:cNvSpPr>
          <p:nvPr>
            <p:ph type="pic" sz="quarter" idx="13" hasCustomPrompt="1"/>
          </p:nvPr>
        </p:nvSpPr>
        <p:spPr>
          <a:xfrm>
            <a:off x="0" y="-1"/>
            <a:ext cx="4076118" cy="6096678"/>
          </a:xfrm>
          <a:custGeom>
            <a:avLst/>
            <a:gdLst>
              <a:gd name="connsiteX0" fmla="*/ 0 w 4076118"/>
              <a:gd name="connsiteY0" fmla="*/ 0 h 6096678"/>
              <a:gd name="connsiteX1" fmla="*/ 4076118 w 4076118"/>
              <a:gd name="connsiteY1" fmla="*/ 0 h 6096678"/>
              <a:gd name="connsiteX2" fmla="*/ 4076118 w 4076118"/>
              <a:gd name="connsiteY2" fmla="*/ 2038351 h 6096678"/>
              <a:gd name="connsiteX3" fmla="*/ 4076118 w 4076118"/>
              <a:gd name="connsiteY3" fmla="*/ 2048256 h 6096678"/>
              <a:gd name="connsiteX4" fmla="*/ 4076118 w 4076118"/>
              <a:gd name="connsiteY4" fmla="*/ 6096678 h 6096678"/>
              <a:gd name="connsiteX5" fmla="*/ 27696 w 4076118"/>
              <a:gd name="connsiteY5" fmla="*/ 2048256 h 6096678"/>
              <a:gd name="connsiteX6" fmla="*/ 0 w 4076118"/>
              <a:gd name="connsiteY6" fmla="*/ 2048256 h 609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6118" h="6096678">
                <a:moveTo>
                  <a:pt x="0" y="0"/>
                </a:moveTo>
                <a:lnTo>
                  <a:pt x="4076118" y="0"/>
                </a:lnTo>
                <a:lnTo>
                  <a:pt x="4076118" y="2038351"/>
                </a:lnTo>
                <a:lnTo>
                  <a:pt x="4076118" y="2048256"/>
                </a:lnTo>
                <a:lnTo>
                  <a:pt x="4076118" y="6096678"/>
                </a:lnTo>
                <a:lnTo>
                  <a:pt x="27696" y="2048256"/>
                </a:lnTo>
                <a:lnTo>
                  <a:pt x="0" y="2048256"/>
                </a:lnTo>
                <a:close/>
              </a:path>
            </a:pathLst>
          </a:custGeom>
        </p:spPr>
        <p:txBody>
          <a:bodyPr wrap="square">
            <a:noAutofit/>
          </a:bodyPr>
          <a:lstStyle>
            <a:lvl1pPr marL="0" indent="0" algn="ctr">
              <a:buNone/>
              <a:defRPr sz="2000">
                <a:solidFill>
                  <a:schemeClr val="bg1"/>
                </a:solidFill>
              </a:defRPr>
            </a:lvl1pPr>
          </a:lstStyle>
          <a:p>
            <a:r>
              <a:rPr lang="en-US" dirty="0"/>
              <a:t>Click icon to insert picture</a:t>
            </a:r>
          </a:p>
        </p:txBody>
      </p:sp>
    </p:spTree>
    <p:extLst>
      <p:ext uri="{BB962C8B-B14F-4D97-AF65-F5344CB8AC3E}">
        <p14:creationId xmlns:p14="http://schemas.microsoft.com/office/powerpoint/2010/main" val="1762082330"/>
      </p:ext>
    </p:extLst>
  </p:cSld>
  <p:clrMapOvr>
    <a:masterClrMapping/>
  </p:clrMapOvr>
  <p:extLst>
    <p:ext uri="{DCECCB84-F9BA-43D5-87BE-67443E8EF086}">
      <p15:sldGuideLst xmlns:p15="http://schemas.microsoft.com/office/powerpoint/2012/main">
        <p15:guide id="1" orient="horz" pos="1080">
          <p15:clr>
            <a:srgbClr val="FBAE40"/>
          </p15:clr>
        </p15:guide>
        <p15:guide id="2" orient="horz" pos="2160">
          <p15:clr>
            <a:srgbClr val="FBAE40"/>
          </p15:clr>
        </p15:guide>
        <p15:guide id="3" orient="horz" pos="3240">
          <p15:clr>
            <a:srgbClr val="FBAE40"/>
          </p15:clr>
        </p15:guide>
        <p15:guide id="4" orient="horz" pos="2260">
          <p15:clr>
            <a:srgbClr val="FBAE40"/>
          </p15:clr>
        </p15:guide>
        <p15:guide id="5" pos="729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ontent 1">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2001" y="896112"/>
            <a:ext cx="6589150" cy="1988706"/>
          </a:xfrm>
        </p:spPr>
        <p:txBody>
          <a:bodyPr anchor="t" anchorCtr="0"/>
          <a:lstStyle>
            <a:lvl1pPr>
              <a:defRPr cap="all" baseline="0">
                <a:solidFill>
                  <a:schemeClr val="tx2"/>
                </a:solidFill>
              </a:defRPr>
            </a:lvl1pPr>
          </a:lstStyle>
          <a:p>
            <a:r>
              <a:rPr lang="en-US" dirty="0"/>
              <a:t>CLICK TO ADD TITLE</a:t>
            </a:r>
          </a:p>
        </p:txBody>
      </p:sp>
      <p:grpSp>
        <p:nvGrpSpPr>
          <p:cNvPr id="3" name="Group 2">
            <a:extLst>
              <a:ext uri="{FF2B5EF4-FFF2-40B4-BE49-F238E27FC236}">
                <a16:creationId xmlns:a16="http://schemas.microsoft.com/office/drawing/2014/main" id="{C8EF03D4-C3B7-918C-FF43-0A9C106ACA0F}"/>
              </a:ext>
              <a:ext uri="{C183D7F6-B498-43B3-948B-1728B52AA6E4}">
                <adec:decorative xmlns:adec="http://schemas.microsoft.com/office/drawing/2017/decorative" val="1"/>
              </a:ext>
            </a:extLst>
          </p:cNvPr>
          <p:cNvGrpSpPr/>
          <p:nvPr userDrawn="1"/>
        </p:nvGrpSpPr>
        <p:grpSpPr>
          <a:xfrm>
            <a:off x="8127476" y="-9144"/>
            <a:ext cx="4069095" cy="6867144"/>
            <a:chOff x="8127476" y="-9144"/>
            <a:chExt cx="4069095" cy="6867144"/>
          </a:xfrm>
        </p:grpSpPr>
        <p:sp>
          <p:nvSpPr>
            <p:cNvPr id="11" name="Rectangle 10">
              <a:extLst>
                <a:ext uri="{FF2B5EF4-FFF2-40B4-BE49-F238E27FC236}">
                  <a16:creationId xmlns:a16="http://schemas.microsoft.com/office/drawing/2014/main" id="{4FADCD25-4CC2-4A9A-B033-132F3DA6D2F5}"/>
                </a:ext>
              </a:extLst>
            </p:cNvPr>
            <p:cNvSpPr/>
            <p:nvPr userDrawn="1"/>
          </p:nvSpPr>
          <p:spPr>
            <a:xfrm>
              <a:off x="10162032" y="2014436"/>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23">
              <a:extLst>
                <a:ext uri="{FF2B5EF4-FFF2-40B4-BE49-F238E27FC236}">
                  <a16:creationId xmlns:a16="http://schemas.microsoft.com/office/drawing/2014/main" id="{D2F68DA8-1D58-42B0-A2C9-046E92884BC1}"/>
                </a:ext>
              </a:extLst>
            </p:cNvPr>
            <p:cNvSpPr/>
            <p:nvPr userDrawn="1"/>
          </p:nvSpPr>
          <p:spPr>
            <a:xfrm rot="5400000">
              <a:off x="10160492" y="202456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DB232A4-4F4E-48E9-9E61-BE51F716635C}"/>
                </a:ext>
              </a:extLst>
            </p:cNvPr>
            <p:cNvSpPr/>
            <p:nvPr userDrawn="1"/>
          </p:nvSpPr>
          <p:spPr>
            <a:xfrm>
              <a:off x="10162032" y="0"/>
              <a:ext cx="2029968"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4CB66576-218C-4236-B125-DD7B03A7848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10162032" y="0"/>
              <a:ext cx="2029968" cy="2029968"/>
            </a:xfrm>
            <a:prstGeom prst="rect">
              <a:avLst/>
            </a:prstGeom>
          </p:spPr>
        </p:pic>
        <p:sp>
          <p:nvSpPr>
            <p:cNvPr id="7" name="Rectangle 6">
              <a:extLst>
                <a:ext uri="{FF2B5EF4-FFF2-40B4-BE49-F238E27FC236}">
                  <a16:creationId xmlns:a16="http://schemas.microsoft.com/office/drawing/2014/main" id="{E557D1F3-8C55-47FE-B39A-86D30F8FFEA1}"/>
                </a:ext>
              </a:extLst>
            </p:cNvPr>
            <p:cNvSpPr/>
            <p:nvPr userDrawn="1"/>
          </p:nvSpPr>
          <p:spPr>
            <a:xfrm>
              <a:off x="8139364" y="-7084"/>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F4EB6F2E-2621-4EB5-A04D-906FD08CED87}"/>
                </a:ext>
              </a:extLst>
            </p:cNvPr>
            <p:cNvSpPr/>
            <p:nvPr userDrawn="1"/>
          </p:nvSpPr>
          <p:spPr>
            <a:xfrm flipH="1">
              <a:off x="8127476" y="4807776"/>
              <a:ext cx="2032942"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CC28908-2548-441C-BE9D-8728E1FC84C0}"/>
                </a:ext>
              </a:extLst>
            </p:cNvPr>
            <p:cNvSpPr/>
            <p:nvPr userDrawn="1"/>
          </p:nvSpPr>
          <p:spPr>
            <a:xfrm>
              <a:off x="10160492" y="4041539"/>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descr="A black and white striped pattern&#10;&#10;Description automatically generated with low confidence">
              <a:extLst>
                <a:ext uri="{FF2B5EF4-FFF2-40B4-BE49-F238E27FC236}">
                  <a16:creationId xmlns:a16="http://schemas.microsoft.com/office/drawing/2014/main" id="{731DC170-FB16-45F8-B62C-DCAB2B9AC310}"/>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10177272" y="5079562"/>
              <a:ext cx="2019299" cy="999451"/>
            </a:xfrm>
            <a:prstGeom prst="rect">
              <a:avLst/>
            </a:prstGeom>
          </p:spPr>
        </p:pic>
        <p:pic>
          <p:nvPicPr>
            <p:cNvPr id="36" name="Graphic 35">
              <a:extLst>
                <a:ext uri="{FF2B5EF4-FFF2-40B4-BE49-F238E27FC236}">
                  <a16:creationId xmlns:a16="http://schemas.microsoft.com/office/drawing/2014/main" id="{6529D2A7-ABB3-4E2D-88CA-F813997011F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0800000">
              <a:off x="8139640" y="-9144"/>
              <a:ext cx="2029968" cy="2029968"/>
            </a:xfrm>
            <a:prstGeom prst="rect">
              <a:avLst/>
            </a:prstGeom>
          </p:spPr>
        </p:pic>
        <p:sp>
          <p:nvSpPr>
            <p:cNvPr id="37" name="Rectangle 36">
              <a:extLst>
                <a:ext uri="{FF2B5EF4-FFF2-40B4-BE49-F238E27FC236}">
                  <a16:creationId xmlns:a16="http://schemas.microsoft.com/office/drawing/2014/main" id="{CDB6750E-735F-4906-8BCA-E0BD4F029617}"/>
                </a:ext>
              </a:extLst>
            </p:cNvPr>
            <p:cNvSpPr/>
            <p:nvPr userDrawn="1"/>
          </p:nvSpPr>
          <p:spPr>
            <a:xfrm>
              <a:off x="10158984" y="6016751"/>
              <a:ext cx="2029968" cy="8412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Graphic 37">
              <a:extLst>
                <a:ext uri="{FF2B5EF4-FFF2-40B4-BE49-F238E27FC236}">
                  <a16:creationId xmlns:a16="http://schemas.microsoft.com/office/drawing/2014/main" id="{051ECE99-ACA6-46AF-98D5-81FBD3F834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31156" y="4828032"/>
              <a:ext cx="2029968" cy="2029968"/>
            </a:xfrm>
            <a:prstGeom prst="rect">
              <a:avLst/>
            </a:prstGeom>
          </p:spPr>
        </p:pic>
        <p:grpSp>
          <p:nvGrpSpPr>
            <p:cNvPr id="40" name="Group 39">
              <a:extLst>
                <a:ext uri="{FF2B5EF4-FFF2-40B4-BE49-F238E27FC236}">
                  <a16:creationId xmlns:a16="http://schemas.microsoft.com/office/drawing/2014/main" id="{3A847BA4-24DF-47BE-BE28-02415C2A2D3C}"/>
                </a:ext>
              </a:extLst>
            </p:cNvPr>
            <p:cNvGrpSpPr/>
            <p:nvPr userDrawn="1"/>
          </p:nvGrpSpPr>
          <p:grpSpPr>
            <a:xfrm>
              <a:off x="8227718" y="2092719"/>
              <a:ext cx="1920240" cy="1920240"/>
              <a:chOff x="5361924" y="7472790"/>
              <a:chExt cx="1828800" cy="1828800"/>
            </a:xfrm>
          </p:grpSpPr>
          <p:grpSp>
            <p:nvGrpSpPr>
              <p:cNvPr id="41" name="Group 40">
                <a:extLst>
                  <a:ext uri="{FF2B5EF4-FFF2-40B4-BE49-F238E27FC236}">
                    <a16:creationId xmlns:a16="http://schemas.microsoft.com/office/drawing/2014/main"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1" name="Rectangle 60">
              <a:extLst>
                <a:ext uri="{FF2B5EF4-FFF2-40B4-BE49-F238E27FC236}">
                  <a16:creationId xmlns:a16="http://schemas.microsoft.com/office/drawing/2014/main" id="{D1189D1C-85ED-4EF1-A384-7C4590ED50FD}"/>
                </a:ext>
              </a:extLst>
            </p:cNvPr>
            <p:cNvSpPr/>
            <p:nvPr userDrawn="1"/>
          </p:nvSpPr>
          <p:spPr>
            <a:xfrm>
              <a:off x="8138160" y="4045868"/>
              <a:ext cx="2029968" cy="8229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445306C5-E470-4A93-9C9F-5D066F760D16}"/>
                </a:ext>
              </a:extLst>
            </p:cNvPr>
            <p:cNvSpPr/>
            <p:nvPr userDrawn="1"/>
          </p:nvSpPr>
          <p:spPr>
            <a:xfrm>
              <a:off x="8138160" y="2029968"/>
              <a:ext cx="1014984" cy="201168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3" name="Straight Connector 62">
              <a:extLst>
                <a:ext uri="{FF2B5EF4-FFF2-40B4-BE49-F238E27FC236}">
                  <a16:creationId xmlns:a16="http://schemas.microsoft.com/office/drawing/2014/main" id="{B31C374B-40F2-4B1E-A9D8-6E5C932FF170}"/>
                </a:ext>
              </a:extLst>
            </p:cNvPr>
            <p:cNvCxnSpPr>
              <a:cxnSpLocks/>
            </p:cNvCxnSpPr>
            <p:nvPr userDrawn="1"/>
          </p:nvCxnSpPr>
          <p:spPr>
            <a:xfrm flipV="1">
              <a:off x="8138160" y="2012062"/>
              <a:ext cx="3044952" cy="7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C668341-39BE-4448-B29D-2594AE6D75C2}"/>
                </a:ext>
              </a:extLst>
            </p:cNvPr>
            <p:cNvSpPr/>
            <p:nvPr userDrawn="1"/>
          </p:nvSpPr>
          <p:spPr>
            <a:xfrm>
              <a:off x="11055096" y="1874902"/>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7" name="Date Placeholder 3">
            <a:extLst>
              <a:ext uri="{FF2B5EF4-FFF2-40B4-BE49-F238E27FC236}">
                <a16:creationId xmlns:a16="http://schemas.microsoft.com/office/drawing/2014/main" id="{56895315-7883-40AA-AB6E-E7F8B77E5BAC}"/>
              </a:ext>
            </a:extLst>
          </p:cNvPr>
          <p:cNvSpPr>
            <a:spLocks noGrp="1"/>
          </p:cNvSpPr>
          <p:nvPr>
            <p:ph type="dt" sz="half" idx="10"/>
          </p:nvPr>
        </p:nvSpPr>
        <p:spPr>
          <a:xfrm>
            <a:off x="761295" y="6355080"/>
            <a:ext cx="1097280" cy="365125"/>
          </a:xfrm>
        </p:spPr>
        <p:txBody>
          <a:bodyPr/>
          <a:lstStyle>
            <a:lvl1pPr>
              <a:defRPr>
                <a:solidFill>
                  <a:schemeClr val="bg1"/>
                </a:solidFill>
              </a:defRPr>
            </a:lvl1pPr>
          </a:lstStyle>
          <a:p>
            <a:r>
              <a:rPr lang="en-US"/>
              <a:t>12/11/2023</a:t>
            </a:r>
            <a:endParaRPr lang="en-US" dirty="0"/>
          </a:p>
        </p:txBody>
      </p:sp>
      <p:sp>
        <p:nvSpPr>
          <p:cNvPr id="68" name="Footer Placeholder 4">
            <a:extLst>
              <a:ext uri="{FF2B5EF4-FFF2-40B4-BE49-F238E27FC236}">
                <a16:creationId xmlns:a16="http://schemas.microsoft.com/office/drawing/2014/main" id="{0000A4E2-8200-4049-B783-2C99FBDBAEBD}"/>
              </a:ext>
            </a:extLst>
          </p:cNvPr>
          <p:cNvSpPr>
            <a:spLocks noGrp="1"/>
          </p:cNvSpPr>
          <p:nvPr>
            <p:ph type="ftr" sz="quarter" idx="11"/>
          </p:nvPr>
        </p:nvSpPr>
        <p:spPr>
          <a:xfrm>
            <a:off x="5499886" y="6355080"/>
            <a:ext cx="2286000" cy="365125"/>
          </a:xfrm>
        </p:spPr>
        <p:txBody>
          <a:bodyPr/>
          <a:lstStyle>
            <a:lvl1pPr>
              <a:defRPr>
                <a:solidFill>
                  <a:schemeClr val="bg1"/>
                </a:solidFill>
              </a:defRPr>
            </a:lvl1pPr>
          </a:lstStyle>
          <a:p>
            <a:r>
              <a:rPr lang="en-US"/>
              <a:t>Presentation title</a:t>
            </a:r>
            <a:endParaRPr lang="en-US" dirty="0"/>
          </a:p>
        </p:txBody>
      </p:sp>
      <p:sp>
        <p:nvSpPr>
          <p:cNvPr id="69" name="Slide Number Placeholder 5">
            <a:extLst>
              <a:ext uri="{FF2B5EF4-FFF2-40B4-BE49-F238E27FC236}">
                <a16:creationId xmlns:a16="http://schemas.microsoft.com/office/drawing/2014/main" id="{179E1CD1-EB8F-4E56-ADD5-06293A7A2EE8}"/>
              </a:ext>
            </a:extLst>
          </p:cNvPr>
          <p:cNvSpPr>
            <a:spLocks noGrp="1"/>
          </p:cNvSpPr>
          <p:nvPr>
            <p:ph type="sldNum" sz="quarter" idx="12"/>
          </p:nvPr>
        </p:nvSpPr>
        <p:spPr>
          <a:xfrm>
            <a:off x="11274091" y="635508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
        <p:nvSpPr>
          <p:cNvPr id="4" name="Content Placeholder 2">
            <a:extLst>
              <a:ext uri="{FF2B5EF4-FFF2-40B4-BE49-F238E27FC236}">
                <a16:creationId xmlns:a16="http://schemas.microsoft.com/office/drawing/2014/main" id="{3BB414F1-8F08-3A3B-45E3-9F44595164A1}"/>
              </a:ext>
            </a:extLst>
          </p:cNvPr>
          <p:cNvSpPr>
            <a:spLocks noGrp="1"/>
          </p:cNvSpPr>
          <p:nvPr>
            <p:ph sz="half" idx="14" hasCustomPrompt="1"/>
          </p:nvPr>
        </p:nvSpPr>
        <p:spPr>
          <a:xfrm>
            <a:off x="762001" y="3058886"/>
            <a:ext cx="6597372" cy="3296194"/>
          </a:xfrm>
        </p:spPr>
        <p:txBody>
          <a:bodyPr>
            <a:normAutofit/>
          </a:bodyPr>
          <a:lstStyle>
            <a:lvl1pPr marL="0" indent="0">
              <a:lnSpc>
                <a:spcPts val="2000"/>
              </a:lnSpc>
              <a:buFont typeface="Arial" panose="020B0604020202020204" pitchFamily="34" charset="0"/>
              <a:buNone/>
              <a:defRPr sz="1800">
                <a:solidFill>
                  <a:schemeClr val="bg1"/>
                </a:solidFill>
              </a:defRPr>
            </a:lvl1pPr>
            <a:lvl2pPr marL="457200">
              <a:lnSpc>
                <a:spcPts val="2000"/>
              </a:lnSpc>
              <a:defRPr sz="1800">
                <a:solidFill>
                  <a:schemeClr val="bg1"/>
                </a:solidFill>
              </a:defRPr>
            </a:lvl2pPr>
            <a:lvl3pPr marL="914400">
              <a:lnSpc>
                <a:spcPts val="2000"/>
              </a:lnSpc>
              <a:defRPr sz="1800">
                <a:solidFill>
                  <a:schemeClr val="bg1"/>
                </a:solidFill>
              </a:defRPr>
            </a:lvl3pPr>
            <a:lvl4pPr marL="1371600">
              <a:lnSpc>
                <a:spcPts val="2000"/>
              </a:lnSpc>
              <a:defRPr sz="1800">
                <a:solidFill>
                  <a:schemeClr val="bg1"/>
                </a:solidFill>
              </a:defRPr>
            </a:lvl4pPr>
            <a:lvl5pPr marL="1828800">
              <a:lnSpc>
                <a:spcPts val="2000"/>
              </a:lnSpc>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37951280"/>
      </p:ext>
    </p:extLst>
  </p:cSld>
  <p:clrMapOvr>
    <a:masterClrMapping/>
  </p:clrMapOvr>
  <p:extLst>
    <p:ext uri="{DCECCB84-F9BA-43D5-87BE-67443E8EF086}">
      <p15:sldGuideLst xmlns:p15="http://schemas.microsoft.com/office/powerpoint/2012/main">
        <p15:guide id="1" orient="horz" pos="552">
          <p15:clr>
            <a:srgbClr val="FBAE40"/>
          </p15:clr>
        </p15:guide>
        <p15:guide id="2" pos="7104">
          <p15:clr>
            <a:srgbClr val="FBAE40"/>
          </p15:clr>
        </p15:guide>
        <p15:guide id="3" pos="7392">
          <p15:clr>
            <a:srgbClr val="FBAE40"/>
          </p15:clr>
        </p15:guide>
        <p15:guide id="4" pos="57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wo Content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771736" y="896112"/>
            <a:ext cx="9389288" cy="1362456"/>
          </a:xfrm>
        </p:spPr>
        <p:txBody>
          <a:bodyPr anchor="t" anchorCtr="0"/>
          <a:lstStyle>
            <a:lvl1pPr>
              <a:defRPr cap="all" baseline="0">
                <a:solidFill>
                  <a:schemeClr val="accent1"/>
                </a:solidFill>
              </a:defRPr>
            </a:lvl1pPr>
          </a:lstStyle>
          <a:p>
            <a:r>
              <a:rPr lang="en-US" dirty="0"/>
              <a:t>CLICK TO ADD TITLE</a:t>
            </a:r>
          </a:p>
        </p:txBody>
      </p:sp>
      <p:grpSp>
        <p:nvGrpSpPr>
          <p:cNvPr id="5" name="Group 4">
            <a:extLst>
              <a:ext uri="{FF2B5EF4-FFF2-40B4-BE49-F238E27FC236}">
                <a16:creationId xmlns:a16="http://schemas.microsoft.com/office/drawing/2014/main" id="{E88DF45F-9FEA-47BE-AC15-52BE148E1814}"/>
              </a:ext>
              <a:ext uri="{C183D7F6-B498-43B3-948B-1728B52AA6E4}">
                <adec:decorative xmlns:adec="http://schemas.microsoft.com/office/drawing/2017/decorative" val="1"/>
              </a:ext>
            </a:extLst>
          </p:cNvPr>
          <p:cNvGrpSpPr/>
          <p:nvPr userDrawn="1"/>
        </p:nvGrpSpPr>
        <p:grpSpPr>
          <a:xfrm>
            <a:off x="11239499" y="0"/>
            <a:ext cx="1015984" cy="6858000"/>
            <a:chOff x="11239499" y="0"/>
            <a:chExt cx="1015984" cy="6858000"/>
          </a:xfrm>
        </p:grpSpPr>
        <p:sp>
          <p:nvSpPr>
            <p:cNvPr id="8" name="Rectangle 7">
              <a:extLst>
                <a:ext uri="{FF2B5EF4-FFF2-40B4-BE49-F238E27FC236}">
                  <a16:creationId xmlns:a16="http://schemas.microsoft.com/office/drawing/2014/main" id="{9C51E8B0-FB58-4BB5-9CDA-4A1B4DBC5E90}"/>
                </a:ext>
              </a:extLst>
            </p:cNvPr>
            <p:cNvSpPr/>
            <p:nvPr userDrawn="1"/>
          </p:nvSpPr>
          <p:spPr>
            <a:xfrm>
              <a:off x="11240499" y="4828032"/>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3548A0B2-480B-4F04-B7B5-67A328B174D1}"/>
                </a:ext>
              </a:extLst>
            </p:cNvPr>
            <p:cNvSpPr/>
            <p:nvPr userDrawn="1"/>
          </p:nvSpPr>
          <p:spPr>
            <a:xfrm>
              <a:off x="11240499"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0A19E0-B2DF-4E35-AD7A-80B5C429C6C1}"/>
                </a:ext>
              </a:extLst>
            </p:cNvPr>
            <p:cNvSpPr/>
            <p:nvPr userDrawn="1"/>
          </p:nvSpPr>
          <p:spPr>
            <a:xfrm>
              <a:off x="11240499"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descr="A black and white striped pattern&#10;&#10;Description automatically generated with low confidence">
              <a:extLst>
                <a:ext uri="{FF2B5EF4-FFF2-40B4-BE49-F238E27FC236}">
                  <a16:creationId xmlns:a16="http://schemas.microsoft.com/office/drawing/2014/main" id="{9C1C8F39-77F2-4753-A57A-2FD46715F2A6}"/>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10777681" y="552957"/>
              <a:ext cx="1828800" cy="905164"/>
            </a:xfrm>
            <a:prstGeom prst="rect">
              <a:avLst/>
            </a:prstGeom>
          </p:spPr>
        </p:pic>
        <p:sp>
          <p:nvSpPr>
            <p:cNvPr id="14" name="Rectangle 13">
              <a:extLst>
                <a:ext uri="{FF2B5EF4-FFF2-40B4-BE49-F238E27FC236}">
                  <a16:creationId xmlns:a16="http://schemas.microsoft.com/office/drawing/2014/main" id="{0A6AF7B2-2B49-4313-AA4E-3FD77CF46A04}"/>
                </a:ext>
              </a:extLst>
            </p:cNvPr>
            <p:cNvSpPr/>
            <p:nvPr userDrawn="1"/>
          </p:nvSpPr>
          <p:spPr>
            <a:xfrm>
              <a:off x="11240499"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Graphic 25">
              <a:extLst>
                <a:ext uri="{FF2B5EF4-FFF2-40B4-BE49-F238E27FC236}">
                  <a16:creationId xmlns:a16="http://schemas.microsoft.com/office/drawing/2014/main" id="{E9AA5A01-9E59-4C92-9634-32DB51F9182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6200000">
              <a:off x="10880040" y="5394960"/>
              <a:ext cx="1828800" cy="914400"/>
            </a:xfrm>
            <a:prstGeom prst="rect">
              <a:avLst/>
            </a:prstGeom>
          </p:spPr>
        </p:pic>
        <p:sp>
          <p:nvSpPr>
            <p:cNvPr id="16" name="Freeform: Shape 15">
              <a:extLst>
                <a:ext uri="{FF2B5EF4-FFF2-40B4-BE49-F238E27FC236}">
                  <a16:creationId xmlns:a16="http://schemas.microsoft.com/office/drawing/2014/main" id="{1D3A8643-F793-41FD-AA08-DC814719C40C}"/>
                </a:ext>
              </a:extLst>
            </p:cNvPr>
            <p:cNvSpPr/>
            <p:nvPr userDrawn="1"/>
          </p:nvSpPr>
          <p:spPr>
            <a:xfrm>
              <a:off x="11250235" y="4949368"/>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31" name="Graphic 30">
              <a:extLst>
                <a:ext uri="{FF2B5EF4-FFF2-40B4-BE49-F238E27FC236}">
                  <a16:creationId xmlns:a16="http://schemas.microsoft.com/office/drawing/2014/main" id="{F50D01F0-AD27-490F-8044-37B2D9E2332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5400000">
              <a:off x="10793035" y="3391083"/>
              <a:ext cx="1828800" cy="914400"/>
            </a:xfrm>
            <a:prstGeom prst="rect">
              <a:avLst/>
            </a:prstGeom>
          </p:spPr>
        </p:pic>
      </p:grpSp>
      <p:sp>
        <p:nvSpPr>
          <p:cNvPr id="32" name="Date Placeholder 3">
            <a:extLst>
              <a:ext uri="{FF2B5EF4-FFF2-40B4-BE49-F238E27FC236}">
                <a16:creationId xmlns:a16="http://schemas.microsoft.com/office/drawing/2014/main" id="{417A4AF6-C906-4001-BDD2-33E116318583}"/>
              </a:ext>
            </a:extLst>
          </p:cNvPr>
          <p:cNvSpPr>
            <a:spLocks noGrp="1"/>
          </p:cNvSpPr>
          <p:nvPr>
            <p:ph type="dt" sz="half" idx="10"/>
          </p:nvPr>
        </p:nvSpPr>
        <p:spPr>
          <a:xfrm>
            <a:off x="771735" y="6353175"/>
            <a:ext cx="1097280" cy="365125"/>
          </a:xfrm>
        </p:spPr>
        <p:txBody>
          <a:bodyPr/>
          <a:lstStyle>
            <a:lvl1pPr>
              <a:defRPr>
                <a:solidFill>
                  <a:schemeClr val="tx1">
                    <a:lumMod val="75000"/>
                    <a:lumOff val="25000"/>
                  </a:schemeClr>
                </a:solidFill>
              </a:defRPr>
            </a:lvl1pPr>
          </a:lstStyle>
          <a:p>
            <a:r>
              <a:rPr lang="en-US"/>
              <a:t>12/11/2023</a:t>
            </a:r>
            <a:endParaRPr lang="en-US" dirty="0"/>
          </a:p>
        </p:txBody>
      </p:sp>
      <p:sp>
        <p:nvSpPr>
          <p:cNvPr id="33" name="Footer Placeholder 4">
            <a:extLst>
              <a:ext uri="{FF2B5EF4-FFF2-40B4-BE49-F238E27FC236}">
                <a16:creationId xmlns:a16="http://schemas.microsoft.com/office/drawing/2014/main" id="{5D94E674-98A0-4C77-80E5-084E3946B242}"/>
              </a:ext>
            </a:extLst>
          </p:cNvPr>
          <p:cNvSpPr>
            <a:spLocks noGrp="1"/>
          </p:cNvSpPr>
          <p:nvPr>
            <p:ph type="ftr" sz="quarter" idx="11"/>
          </p:nvPr>
        </p:nvSpPr>
        <p:spPr>
          <a:xfrm>
            <a:off x="5424487" y="6350000"/>
            <a:ext cx="2286000" cy="365125"/>
          </a:xfrm>
        </p:spPr>
        <p:txBody>
          <a:bodyPr/>
          <a:lstStyle>
            <a:lvl1pPr>
              <a:defRPr>
                <a:solidFill>
                  <a:schemeClr val="tx1">
                    <a:lumMod val="75000"/>
                    <a:lumOff val="25000"/>
                  </a:schemeClr>
                </a:solidFill>
              </a:defRPr>
            </a:lvl1pPr>
          </a:lstStyle>
          <a:p>
            <a:r>
              <a:rPr lang="en-US"/>
              <a:t>Presentation title</a:t>
            </a:r>
            <a:endParaRPr lang="en-US" dirty="0"/>
          </a:p>
        </p:txBody>
      </p:sp>
      <p:sp>
        <p:nvSpPr>
          <p:cNvPr id="34" name="Slide Number Placeholder 5">
            <a:extLst>
              <a:ext uri="{FF2B5EF4-FFF2-40B4-BE49-F238E27FC236}">
                <a16:creationId xmlns:a16="http://schemas.microsoft.com/office/drawing/2014/main" id="{36214990-C58C-4D62-9381-40A242460690}"/>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
        <p:nvSpPr>
          <p:cNvPr id="6" name="Content Placeholder 2">
            <a:extLst>
              <a:ext uri="{FF2B5EF4-FFF2-40B4-BE49-F238E27FC236}">
                <a16:creationId xmlns:a16="http://schemas.microsoft.com/office/drawing/2014/main" id="{B135D7B7-20E9-ADCF-4417-B443AF3112FC}"/>
              </a:ext>
            </a:extLst>
          </p:cNvPr>
          <p:cNvSpPr>
            <a:spLocks noGrp="1"/>
          </p:cNvSpPr>
          <p:nvPr>
            <p:ph sz="half" idx="14" hasCustomPrompt="1"/>
          </p:nvPr>
        </p:nvSpPr>
        <p:spPr>
          <a:xfrm>
            <a:off x="771734" y="2590800"/>
            <a:ext cx="4515035" cy="3505200"/>
          </a:xfrm>
        </p:spPr>
        <p:txBody>
          <a:bodyPr>
            <a:normAutofit/>
          </a:bodyPr>
          <a:lstStyle>
            <a:lvl1pPr marL="0" indent="0">
              <a:lnSpc>
                <a:spcPts val="2000"/>
              </a:lnSpc>
              <a:buFont typeface="Arial" panose="020B0604020202020204" pitchFamily="34" charset="0"/>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5D4468C5-0B68-8408-80C5-F8681CA98918}"/>
              </a:ext>
            </a:extLst>
          </p:cNvPr>
          <p:cNvSpPr>
            <a:spLocks noGrp="1"/>
          </p:cNvSpPr>
          <p:nvPr>
            <p:ph sz="half" idx="15" hasCustomPrompt="1"/>
          </p:nvPr>
        </p:nvSpPr>
        <p:spPr>
          <a:xfrm>
            <a:off x="5645989" y="2590800"/>
            <a:ext cx="4515035" cy="3505200"/>
          </a:xfrm>
        </p:spPr>
        <p:txBody>
          <a:bodyPr>
            <a:normAutofit/>
          </a:bodyPr>
          <a:lstStyle>
            <a:lvl1pPr marL="0" indent="0">
              <a:lnSpc>
                <a:spcPts val="2000"/>
              </a:lnSpc>
              <a:buFont typeface="Arial" panose="020B0604020202020204" pitchFamily="34" charset="0"/>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427783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Content + Pictur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3807877" y="898524"/>
            <a:ext cx="7606895" cy="2029967"/>
          </a:xfrm>
        </p:spPr>
        <p:txBody>
          <a:bodyPr anchor="t" anchorCtr="0"/>
          <a:lstStyle>
            <a:lvl1pPr>
              <a:defRPr cap="all" baseline="0">
                <a:solidFill>
                  <a:schemeClr val="tx2"/>
                </a:solidFill>
              </a:defRPr>
            </a:lvl1pPr>
          </a:lstStyle>
          <a:p>
            <a:r>
              <a:rPr lang="en-US" dirty="0"/>
              <a:t>CLICK TO ADD TITLE</a:t>
            </a:r>
          </a:p>
        </p:txBody>
      </p:sp>
      <p:sp>
        <p:nvSpPr>
          <p:cNvPr id="27" name="Picture Placeholder 26">
            <a:extLst>
              <a:ext uri="{FF2B5EF4-FFF2-40B4-BE49-F238E27FC236}">
                <a16:creationId xmlns:a16="http://schemas.microsoft.com/office/drawing/2014/main" id="{01CF25F4-1889-5FE4-9BE0-413C509639DC}"/>
              </a:ext>
            </a:extLst>
          </p:cNvPr>
          <p:cNvSpPr>
            <a:spLocks noGrp="1"/>
          </p:cNvSpPr>
          <p:nvPr>
            <p:ph type="pic" sz="quarter" idx="15" hasCustomPrompt="1"/>
          </p:nvPr>
        </p:nvSpPr>
        <p:spPr>
          <a:xfrm>
            <a:off x="1011337" y="9212"/>
            <a:ext cx="2029967" cy="4850544"/>
          </a:xfrm>
          <a:custGeom>
            <a:avLst/>
            <a:gdLst>
              <a:gd name="connsiteX0" fmla="*/ 0 w 2029967"/>
              <a:gd name="connsiteY0" fmla="*/ 0 h 4850544"/>
              <a:gd name="connsiteX1" fmla="*/ 2029967 w 2029967"/>
              <a:gd name="connsiteY1" fmla="*/ 0 h 4850544"/>
              <a:gd name="connsiteX2" fmla="*/ 2029967 w 2029967"/>
              <a:gd name="connsiteY2" fmla="*/ 4850544 h 4850544"/>
              <a:gd name="connsiteX3" fmla="*/ 2025599 w 2029967"/>
              <a:gd name="connsiteY3" fmla="*/ 4850544 h 4850544"/>
              <a:gd name="connsiteX4" fmla="*/ 2 w 2029967"/>
              <a:gd name="connsiteY4" fmla="*/ 2824947 h 4850544"/>
              <a:gd name="connsiteX5" fmla="*/ 2 w 2029967"/>
              <a:gd name="connsiteY5" fmla="*/ 4850544 h 4850544"/>
              <a:gd name="connsiteX6" fmla="*/ 0 w 2029967"/>
              <a:gd name="connsiteY6" fmla="*/ 4850544 h 4850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9967" h="4850544">
                <a:moveTo>
                  <a:pt x="0" y="0"/>
                </a:moveTo>
                <a:lnTo>
                  <a:pt x="2029967" y="0"/>
                </a:lnTo>
                <a:lnTo>
                  <a:pt x="2029967" y="4850544"/>
                </a:lnTo>
                <a:lnTo>
                  <a:pt x="2025599" y="4850544"/>
                </a:lnTo>
                <a:lnTo>
                  <a:pt x="2" y="2824947"/>
                </a:lnTo>
                <a:lnTo>
                  <a:pt x="2" y="4850544"/>
                </a:lnTo>
                <a:lnTo>
                  <a:pt x="0" y="4850544"/>
                </a:lnTo>
                <a:close/>
              </a:path>
            </a:pathLst>
          </a:custGeom>
        </p:spPr>
        <p:txBody>
          <a:bodyPr wrap="square">
            <a:noAutofit/>
          </a:bodyPr>
          <a:lstStyle>
            <a:lvl1pPr marL="0" indent="0" algn="l">
              <a:buNone/>
              <a:defRPr sz="2000">
                <a:solidFill>
                  <a:schemeClr val="bg1"/>
                </a:solidFill>
              </a:defRPr>
            </a:lvl1pPr>
          </a:lstStyle>
          <a:p>
            <a:r>
              <a:rPr lang="en-US" dirty="0"/>
              <a:t>Click icon to insert picture</a:t>
            </a:r>
          </a:p>
        </p:txBody>
      </p:sp>
      <p:sp>
        <p:nvSpPr>
          <p:cNvPr id="34" name="Rectangle 33">
            <a:extLst>
              <a:ext uri="{FF2B5EF4-FFF2-40B4-BE49-F238E27FC236}">
                <a16:creationId xmlns:a16="http://schemas.microsoft.com/office/drawing/2014/main" id="{9CC28908-2548-441C-BE9D-8728E1FC84C0}"/>
              </a:ext>
              <a:ext uri="{C183D7F6-B498-43B3-948B-1728B52AA6E4}">
                <adec:decorative xmlns:adec="http://schemas.microsoft.com/office/drawing/2017/decorative" val="1"/>
              </a:ext>
            </a:extLst>
          </p:cNvPr>
          <p:cNvSpPr/>
          <p:nvPr userDrawn="1"/>
        </p:nvSpPr>
        <p:spPr>
          <a:xfrm>
            <a:off x="1011339" y="4863266"/>
            <a:ext cx="2029968" cy="200489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a:extLst>
              <a:ext uri="{FF2B5EF4-FFF2-40B4-BE49-F238E27FC236}">
                <a16:creationId xmlns:a16="http://schemas.microsoft.com/office/drawing/2014/main" id="{731DC170-FB16-45F8-B62C-DCAB2B9AC310}"/>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011338" y="5865203"/>
            <a:ext cx="2019299" cy="999451"/>
          </a:xfrm>
          <a:prstGeom prst="rect">
            <a:avLst/>
          </a:prstGeom>
        </p:spPr>
      </p:pic>
      <p:sp>
        <p:nvSpPr>
          <p:cNvPr id="5" name="Content Placeholder 2">
            <a:extLst>
              <a:ext uri="{FF2B5EF4-FFF2-40B4-BE49-F238E27FC236}">
                <a16:creationId xmlns:a16="http://schemas.microsoft.com/office/drawing/2014/main" id="{ADE2E4A5-BFB0-8F89-C606-A1581EB9FC6E}"/>
              </a:ext>
            </a:extLst>
          </p:cNvPr>
          <p:cNvSpPr>
            <a:spLocks noGrp="1"/>
          </p:cNvSpPr>
          <p:nvPr>
            <p:ph sz="half" idx="16" hasCustomPrompt="1"/>
          </p:nvPr>
        </p:nvSpPr>
        <p:spPr>
          <a:xfrm>
            <a:off x="3803953" y="3259138"/>
            <a:ext cx="7615274" cy="2978150"/>
          </a:xfrm>
        </p:spPr>
        <p:txBody>
          <a:bodyPr>
            <a:normAutofit/>
          </a:bodyPr>
          <a:lstStyle>
            <a:lvl1pPr marL="285750" indent="-285750">
              <a:lnSpc>
                <a:spcPts val="2000"/>
              </a:lnSpc>
              <a:buFont typeface="Arial" panose="020B0604020202020204" pitchFamily="34" charset="0"/>
              <a:buChar char="•"/>
              <a:defRPr sz="1800">
                <a:solidFill>
                  <a:schemeClr val="tx2"/>
                </a:solidFill>
              </a:defRPr>
            </a:lvl1pPr>
            <a:lvl2pPr marL="685800">
              <a:lnSpc>
                <a:spcPts val="2000"/>
              </a:lnSpc>
              <a:defRPr sz="1800">
                <a:solidFill>
                  <a:schemeClr val="tx2"/>
                </a:solidFill>
              </a:defRPr>
            </a:lvl2pPr>
            <a:lvl3pPr marL="1143000">
              <a:lnSpc>
                <a:spcPts val="2000"/>
              </a:lnSpc>
              <a:defRPr sz="1800">
                <a:solidFill>
                  <a:schemeClr val="tx2"/>
                </a:solidFill>
              </a:defRPr>
            </a:lvl3pPr>
            <a:lvl4pPr marL="1600200">
              <a:lnSpc>
                <a:spcPts val="2000"/>
              </a:lnSpc>
              <a:defRPr sz="1800">
                <a:solidFill>
                  <a:schemeClr val="tx2"/>
                </a:solidFill>
              </a:defRPr>
            </a:lvl4pPr>
            <a:lvl5pPr marL="2057400">
              <a:lnSpc>
                <a:spcPts val="2000"/>
              </a:lnSpc>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9" name="Date Placeholder 3">
            <a:extLst>
              <a:ext uri="{FF2B5EF4-FFF2-40B4-BE49-F238E27FC236}">
                <a16:creationId xmlns:a16="http://schemas.microsoft.com/office/drawing/2014/main" id="{E2B0C6B8-E2CB-460E-BBC8-AC4339C89DB2}"/>
              </a:ext>
            </a:extLst>
          </p:cNvPr>
          <p:cNvSpPr>
            <a:spLocks noGrp="1"/>
          </p:cNvSpPr>
          <p:nvPr>
            <p:ph type="dt" sz="half" idx="10"/>
          </p:nvPr>
        </p:nvSpPr>
        <p:spPr>
          <a:xfrm>
            <a:off x="3803953" y="6353175"/>
            <a:ext cx="1097280" cy="365125"/>
          </a:xfrm>
        </p:spPr>
        <p:txBody>
          <a:bodyPr/>
          <a:lstStyle>
            <a:lvl1pPr>
              <a:defRPr>
                <a:solidFill>
                  <a:schemeClr val="bg1"/>
                </a:solidFill>
              </a:defRPr>
            </a:lvl1pPr>
          </a:lstStyle>
          <a:p>
            <a:r>
              <a:rPr lang="en-US"/>
              <a:t>12/11/2023</a:t>
            </a:r>
            <a:endParaRPr lang="en-US" dirty="0"/>
          </a:p>
        </p:txBody>
      </p:sp>
      <p:sp>
        <p:nvSpPr>
          <p:cNvPr id="70" name="Footer Placeholder 4">
            <a:extLst>
              <a:ext uri="{FF2B5EF4-FFF2-40B4-BE49-F238E27FC236}">
                <a16:creationId xmlns:a16="http://schemas.microsoft.com/office/drawing/2014/main" id="{433844D3-0FDA-4C97-9B21-5021A38E4FC2}"/>
              </a:ext>
            </a:extLst>
          </p:cNvPr>
          <p:cNvSpPr>
            <a:spLocks noGrp="1"/>
          </p:cNvSpPr>
          <p:nvPr>
            <p:ph type="ftr" sz="quarter" idx="11"/>
          </p:nvPr>
        </p:nvSpPr>
        <p:spPr>
          <a:xfrm>
            <a:off x="6788630" y="6350000"/>
            <a:ext cx="2286000" cy="365125"/>
          </a:xfrm>
        </p:spPr>
        <p:txBody>
          <a:bodyPr/>
          <a:lstStyle>
            <a:lvl1pPr>
              <a:defRPr>
                <a:solidFill>
                  <a:schemeClr val="bg1"/>
                </a:solidFill>
              </a:defRPr>
            </a:lvl1pPr>
          </a:lstStyle>
          <a:p>
            <a:r>
              <a:rPr lang="en-US"/>
              <a:t>Presentation title</a:t>
            </a:r>
            <a:endParaRPr lang="en-US" dirty="0"/>
          </a:p>
        </p:txBody>
      </p:sp>
      <p:sp>
        <p:nvSpPr>
          <p:cNvPr id="71" name="Slide Number Placeholder 5">
            <a:extLst>
              <a:ext uri="{FF2B5EF4-FFF2-40B4-BE49-F238E27FC236}">
                <a16:creationId xmlns:a16="http://schemas.microsoft.com/office/drawing/2014/main" id="{EC059538-F80F-46C9-80EB-AC9B56DD05C3}"/>
              </a:ext>
            </a:extLst>
          </p:cNvPr>
          <p:cNvSpPr>
            <a:spLocks noGrp="1"/>
          </p:cNvSpPr>
          <p:nvPr>
            <p:ph type="sldNum" sz="quarter" idx="12"/>
          </p:nvPr>
        </p:nvSpPr>
        <p:spPr>
          <a:xfrm>
            <a:off x="10962027"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grpSp>
        <p:nvGrpSpPr>
          <p:cNvPr id="9" name="Group 8">
            <a:extLst>
              <a:ext uri="{FF2B5EF4-FFF2-40B4-BE49-F238E27FC236}">
                <a16:creationId xmlns:a16="http://schemas.microsoft.com/office/drawing/2014/main" id="{378F81CD-65D4-6CA1-E2C2-34DF58B566B2}"/>
              </a:ext>
              <a:ext uri="{C183D7F6-B498-43B3-948B-1728B52AA6E4}">
                <adec:decorative xmlns:adec="http://schemas.microsoft.com/office/drawing/2017/decorative" val="1"/>
              </a:ext>
            </a:extLst>
          </p:cNvPr>
          <p:cNvGrpSpPr/>
          <p:nvPr userDrawn="1"/>
        </p:nvGrpSpPr>
        <p:grpSpPr>
          <a:xfrm>
            <a:off x="-1000" y="0"/>
            <a:ext cx="1015984" cy="6858000"/>
            <a:chOff x="-1000" y="0"/>
            <a:chExt cx="1015984" cy="6858000"/>
          </a:xfrm>
        </p:grpSpPr>
        <p:sp>
          <p:nvSpPr>
            <p:cNvPr id="10" name="Rectangle 9">
              <a:extLst>
                <a:ext uri="{FF2B5EF4-FFF2-40B4-BE49-F238E27FC236}">
                  <a16:creationId xmlns:a16="http://schemas.microsoft.com/office/drawing/2014/main" id="{E419657A-6BE9-88F7-BE4C-6BF3C13F7E91}"/>
                </a:ext>
                <a:ext uri="{C183D7F6-B498-43B3-948B-1728B52AA6E4}">
                  <adec:decorative xmlns:adec="http://schemas.microsoft.com/office/drawing/2017/decorative" val="1"/>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BBB2BB8E-26BE-8FBF-1C62-4F42858193C1}"/>
                </a:ext>
                <a:ext uri="{C183D7F6-B498-43B3-948B-1728B52AA6E4}">
                  <adec:decorative xmlns:adec="http://schemas.microsoft.com/office/drawing/2017/decorative" val="1"/>
                </a:ext>
              </a:extLst>
            </p:cNvPr>
            <p:cNvSpPr/>
            <p:nvPr userDrawn="1"/>
          </p:nvSpPr>
          <p:spPr>
            <a:xfrm>
              <a:off x="0"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864BEFA-BF82-8BAF-1977-518DCAB0F3EC}"/>
                </a:ext>
                <a:ext uri="{C183D7F6-B498-43B3-948B-1728B52AA6E4}">
                  <adec:decorative xmlns:adec="http://schemas.microsoft.com/office/drawing/2017/decorative" val="1"/>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a16="http://schemas.microsoft.com/office/drawing/2014/main" id="{14C6E7FC-E03B-5EE2-7126-8CC1FBCB9DC3}"/>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rot="5400000">
              <a:off x="-462818" y="552957"/>
              <a:ext cx="1828800" cy="905164"/>
            </a:xfrm>
            <a:prstGeom prst="rect">
              <a:avLst/>
            </a:prstGeom>
          </p:spPr>
        </p:pic>
        <p:sp>
          <p:nvSpPr>
            <p:cNvPr id="14" name="Rectangle 13">
              <a:extLst>
                <a:ext uri="{FF2B5EF4-FFF2-40B4-BE49-F238E27FC236}">
                  <a16:creationId xmlns:a16="http://schemas.microsoft.com/office/drawing/2014/main" id="{659957EF-0F68-275E-1FFC-87388D717462}"/>
                </a:ext>
                <a:ext uri="{C183D7F6-B498-43B3-948B-1728B52AA6E4}">
                  <adec:decorative xmlns:adec="http://schemas.microsoft.com/office/drawing/2017/decorative" val="1"/>
                </a:ext>
              </a:extLst>
            </p:cNvPr>
            <p:cNvSpPr/>
            <p:nvPr userDrawn="1"/>
          </p:nvSpPr>
          <p:spPr>
            <a:xfrm>
              <a:off x="0"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ECECEEA3-55C1-1632-4F14-7E57A802667B}"/>
                </a:ext>
                <a:ext uri="{C183D7F6-B498-43B3-948B-1728B52AA6E4}">
                  <adec:decorative xmlns:adec="http://schemas.microsoft.com/office/drawing/2017/decorative" val="1"/>
                </a:ext>
              </a:extLst>
            </p:cNvPr>
            <p:cNvSpPr/>
            <p:nvPr userDrawn="1"/>
          </p:nvSpPr>
          <p:spPr>
            <a:xfrm rot="10800000">
              <a:off x="100582" y="2932749"/>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6" name="Graphic 15">
              <a:extLst>
                <a:ext uri="{FF2B5EF4-FFF2-40B4-BE49-F238E27FC236}">
                  <a16:creationId xmlns:a16="http://schemas.microsoft.com/office/drawing/2014/main" id="{A6290E86-B21F-0C88-099F-07B046CA1D4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457200" y="5380762"/>
              <a:ext cx="1828800" cy="914400"/>
            </a:xfrm>
            <a:prstGeom prst="rect">
              <a:avLst/>
            </a:prstGeom>
          </p:spPr>
        </p:pic>
      </p:grpSp>
      <p:sp>
        <p:nvSpPr>
          <p:cNvPr id="26" name="Rectangle 23">
            <a:extLst>
              <a:ext uri="{FF2B5EF4-FFF2-40B4-BE49-F238E27FC236}">
                <a16:creationId xmlns:a16="http://schemas.microsoft.com/office/drawing/2014/main" id="{E489F066-AA0F-D3C7-739B-15808100E736}"/>
              </a:ext>
              <a:ext uri="{C183D7F6-B498-43B3-948B-1728B52AA6E4}">
                <adec:decorative xmlns:adec="http://schemas.microsoft.com/office/drawing/2017/decorative" val="1"/>
              </a:ext>
            </a:extLst>
          </p:cNvPr>
          <p:cNvSpPr/>
          <p:nvPr userDrawn="1"/>
        </p:nvSpPr>
        <p:spPr>
          <a:xfrm>
            <a:off x="1011339" y="283415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25998400"/>
      </p:ext>
    </p:extLst>
  </p:cSld>
  <p:clrMapOvr>
    <a:masterClrMapping/>
  </p:clrMapOvr>
  <p:extLst>
    <p:ext uri="{DCECCB84-F9BA-43D5-87BE-67443E8EF086}">
      <p15:sldGuideLst xmlns:p15="http://schemas.microsoft.com/office/powerpoint/2012/main">
        <p15:guide id="1" orient="horz" pos="552">
          <p15:clr>
            <a:srgbClr val="FBAE40"/>
          </p15:clr>
        </p15:guide>
        <p15:guide id="2" pos="7104">
          <p15:clr>
            <a:srgbClr val="FBAE40"/>
          </p15:clr>
        </p15:guide>
        <p15:guide id="3" pos="739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Content + Tab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2000" y="896112"/>
            <a:ext cx="10668000" cy="1325563"/>
          </a:xfrm>
        </p:spPr>
        <p:txBody>
          <a:bodyPr anchor="t" anchorCtr="0"/>
          <a:lstStyle>
            <a:lvl1pPr>
              <a:defRPr cap="all" baseline="0">
                <a:solidFill>
                  <a:schemeClr val="accent1"/>
                </a:solidFill>
              </a:defRPr>
            </a:lvl1pPr>
          </a:lstStyle>
          <a:p>
            <a:r>
              <a:rPr lang="en-US" dirty="0"/>
              <a:t>CLICK TO ADD TITLE</a:t>
            </a:r>
          </a:p>
        </p:txBody>
      </p:sp>
      <p:sp>
        <p:nvSpPr>
          <p:cNvPr id="7" name="Rectangle 23">
            <a:extLst>
              <a:ext uri="{FF2B5EF4-FFF2-40B4-BE49-F238E27FC236}">
                <a16:creationId xmlns:a16="http://schemas.microsoft.com/office/drawing/2014/main" id="{AB92D86A-5036-415A-B056-A55CB2E0C2C9}"/>
              </a:ext>
              <a:ext uri="{C183D7F6-B498-43B3-948B-1728B52AA6E4}">
                <adec:decorative xmlns:adec="http://schemas.microsoft.com/office/drawing/2017/decorative" val="1"/>
              </a:ext>
            </a:extLst>
          </p:cNvPr>
          <p:cNvSpPr/>
          <p:nvPr userDrawn="1"/>
        </p:nvSpPr>
        <p:spPr>
          <a:xfrm rot="10800000">
            <a:off x="11177016" y="0"/>
            <a:ext cx="1014984" cy="1014984"/>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D70FC509-0D49-9500-59C9-DAE0A699FB0C}"/>
              </a:ext>
            </a:extLst>
          </p:cNvPr>
          <p:cNvSpPr>
            <a:spLocks noGrp="1"/>
          </p:cNvSpPr>
          <p:nvPr>
            <p:ph type="body" sz="quarter" idx="13" hasCustomPrompt="1"/>
          </p:nvPr>
        </p:nvSpPr>
        <p:spPr>
          <a:xfrm>
            <a:off x="762000" y="2417197"/>
            <a:ext cx="4278313" cy="3737541"/>
          </a:xfrm>
        </p:spPr>
        <p:txBody>
          <a:bodyPr vert="horz" lIns="91440" tIns="45720" rIns="91440" bIns="45720" rtlCol="0">
            <a:normAutofit/>
          </a:bodyPr>
          <a:lstStyle>
            <a:lvl1pPr>
              <a:spcBef>
                <a:spcPts val="0"/>
              </a:spcBef>
              <a:spcAft>
                <a:spcPts val="1200"/>
              </a:spcAft>
              <a:defRPr lang="en-US" sz="1800" smtClean="0"/>
            </a:lvl1pPr>
            <a:lvl2pPr>
              <a:spcBef>
                <a:spcPts val="0"/>
              </a:spcBef>
              <a:spcAft>
                <a:spcPts val="1200"/>
              </a:spcAft>
              <a:defRPr lang="en-US" sz="1800" smtClean="0"/>
            </a:lvl2pPr>
            <a:lvl3pPr>
              <a:spcBef>
                <a:spcPts val="0"/>
              </a:spcBef>
              <a:spcAft>
                <a:spcPts val="1200"/>
              </a:spcAft>
              <a:defRPr lang="en-US" sz="1800" smtClean="0"/>
            </a:lvl3pPr>
            <a:lvl4pPr>
              <a:spcBef>
                <a:spcPts val="0"/>
              </a:spcBef>
              <a:spcAft>
                <a:spcPts val="1200"/>
              </a:spcAft>
              <a:defRPr lang="en-US" sz="1800" smtClean="0"/>
            </a:lvl4pPr>
            <a:lvl5pPr>
              <a:spcBef>
                <a:spcPts val="0"/>
              </a:spcBef>
              <a:spcAft>
                <a:spcPts val="1200"/>
              </a:spcAft>
              <a:defRPr lang="en-US" sz="1800"/>
            </a:lvl5pPr>
          </a:lstStyle>
          <a:p>
            <a:pPr lvl="0"/>
            <a:r>
              <a:rPr lang="en-US" dirty="0"/>
              <a:t>Click to add text </a:t>
            </a:r>
          </a:p>
          <a:p>
            <a:pPr marL="685800" lvl="1" indent="-228600"/>
            <a:r>
              <a:rPr lang="en-US" dirty="0"/>
              <a:t>Second level</a:t>
            </a:r>
          </a:p>
          <a:p>
            <a:pPr marL="1143000" lvl="2" indent="-228600"/>
            <a:r>
              <a:rPr lang="en-US" dirty="0"/>
              <a:t>Third level</a:t>
            </a:r>
          </a:p>
          <a:p>
            <a:pPr marL="1600200" lvl="3" indent="-228600"/>
            <a:r>
              <a:rPr lang="en-US" dirty="0"/>
              <a:t>Fourth level</a:t>
            </a:r>
          </a:p>
          <a:p>
            <a:pPr marL="2057400" lvl="4" indent="-228600"/>
            <a:r>
              <a:rPr lang="en-US" dirty="0"/>
              <a:t>Fifth level</a:t>
            </a:r>
          </a:p>
        </p:txBody>
      </p:sp>
      <p:sp>
        <p:nvSpPr>
          <p:cNvPr id="8" name="Table Placeholder 7">
            <a:extLst>
              <a:ext uri="{FF2B5EF4-FFF2-40B4-BE49-F238E27FC236}">
                <a16:creationId xmlns:a16="http://schemas.microsoft.com/office/drawing/2014/main" id="{7113F543-A373-5951-EBF3-7E283EE52F0B}"/>
              </a:ext>
            </a:extLst>
          </p:cNvPr>
          <p:cNvSpPr>
            <a:spLocks noGrp="1"/>
          </p:cNvSpPr>
          <p:nvPr>
            <p:ph type="tbl" sz="quarter" idx="14" hasCustomPrompt="1"/>
          </p:nvPr>
        </p:nvSpPr>
        <p:spPr>
          <a:xfrm>
            <a:off x="5241471" y="2417763"/>
            <a:ext cx="6188529" cy="3736975"/>
          </a:xfrm>
        </p:spPr>
        <p:txBody>
          <a:bodyPr/>
          <a:lstStyle>
            <a:lvl1pPr>
              <a:defRPr/>
            </a:lvl1pPr>
          </a:lstStyle>
          <a:p>
            <a:r>
              <a:rPr lang="en-US" dirty="0"/>
              <a:t>Click icon to insert table</a:t>
            </a:r>
          </a:p>
        </p:txBody>
      </p:sp>
      <p:sp>
        <p:nvSpPr>
          <p:cNvPr id="3" name="Date Placeholder 3">
            <a:extLst>
              <a:ext uri="{FF2B5EF4-FFF2-40B4-BE49-F238E27FC236}">
                <a16:creationId xmlns:a16="http://schemas.microsoft.com/office/drawing/2014/main" id="{7D4C80AE-01F3-AAB6-99EF-DB1B5934CFD2}"/>
              </a:ext>
            </a:extLst>
          </p:cNvPr>
          <p:cNvSpPr>
            <a:spLocks noGrp="1"/>
          </p:cNvSpPr>
          <p:nvPr>
            <p:ph type="dt" sz="half" idx="10"/>
          </p:nvPr>
        </p:nvSpPr>
        <p:spPr>
          <a:xfrm>
            <a:off x="767443" y="6353175"/>
            <a:ext cx="1097280" cy="365125"/>
          </a:xfrm>
        </p:spPr>
        <p:txBody>
          <a:bodyPr/>
          <a:lstStyle>
            <a:lvl1pPr>
              <a:defRPr>
                <a:solidFill>
                  <a:schemeClr val="tx1"/>
                </a:solidFill>
              </a:defRPr>
            </a:lvl1pPr>
          </a:lstStyle>
          <a:p>
            <a:r>
              <a:rPr lang="en-US"/>
              <a:t>12/11/2023</a:t>
            </a:r>
            <a:endParaRPr lang="en-US" dirty="0"/>
          </a:p>
        </p:txBody>
      </p:sp>
      <p:sp>
        <p:nvSpPr>
          <p:cNvPr id="4" name="Footer Placeholder 4">
            <a:extLst>
              <a:ext uri="{FF2B5EF4-FFF2-40B4-BE49-F238E27FC236}">
                <a16:creationId xmlns:a16="http://schemas.microsoft.com/office/drawing/2014/main" id="{C0241B24-8629-6BC2-C72F-A156F0624997}"/>
              </a:ext>
            </a:extLst>
          </p:cNvPr>
          <p:cNvSpPr>
            <a:spLocks noGrp="1"/>
          </p:cNvSpPr>
          <p:nvPr>
            <p:ph type="ftr" sz="quarter" idx="11"/>
          </p:nvPr>
        </p:nvSpPr>
        <p:spPr>
          <a:xfrm>
            <a:off x="5273449" y="6350000"/>
            <a:ext cx="2286000" cy="365125"/>
          </a:xfrm>
        </p:spPr>
        <p:txBody>
          <a:bodyPr/>
          <a:lstStyle>
            <a:lvl1pPr>
              <a:defRPr>
                <a:solidFill>
                  <a:schemeClr val="tx1"/>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967FBBF9-1C14-3371-F0AC-507FFCAB3BC1}"/>
              </a:ext>
            </a:extLst>
          </p:cNvPr>
          <p:cNvSpPr>
            <a:spLocks noGrp="1"/>
          </p:cNvSpPr>
          <p:nvPr>
            <p:ph type="sldNum" sz="quarter" idx="12"/>
          </p:nvPr>
        </p:nvSpPr>
        <p:spPr>
          <a:xfrm>
            <a:off x="10968175"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6123123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ab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4155" y="896112"/>
            <a:ext cx="10665845" cy="1325563"/>
          </a:xfrm>
        </p:spPr>
        <p:txBody>
          <a:bodyPr anchor="t" anchorCtr="0"/>
          <a:lstStyle>
            <a:lvl1pPr>
              <a:defRPr cap="all" baseline="0">
                <a:solidFill>
                  <a:schemeClr val="accent1"/>
                </a:solidFill>
              </a:defRPr>
            </a:lvl1pPr>
          </a:lstStyle>
          <a:p>
            <a:r>
              <a:rPr lang="en-US" dirty="0"/>
              <a:t>CLICK TO ADD TITLE</a:t>
            </a:r>
          </a:p>
        </p:txBody>
      </p:sp>
      <p:sp>
        <p:nvSpPr>
          <p:cNvPr id="5" name="Table Placeholder 4">
            <a:extLst>
              <a:ext uri="{FF2B5EF4-FFF2-40B4-BE49-F238E27FC236}">
                <a16:creationId xmlns:a16="http://schemas.microsoft.com/office/drawing/2014/main" id="{E06194BC-6453-CA18-2623-B07F3A5D4E92}"/>
              </a:ext>
            </a:extLst>
          </p:cNvPr>
          <p:cNvSpPr>
            <a:spLocks noGrp="1"/>
          </p:cNvSpPr>
          <p:nvPr>
            <p:ph type="tbl" sz="quarter" idx="13" hasCustomPrompt="1"/>
          </p:nvPr>
        </p:nvSpPr>
        <p:spPr>
          <a:xfrm>
            <a:off x="762000" y="2417763"/>
            <a:ext cx="10665845" cy="3678235"/>
          </a:xfrm>
        </p:spPr>
        <p:txBody>
          <a:bodyPr/>
          <a:lstStyle>
            <a:lvl1pPr>
              <a:defRPr/>
            </a:lvl1pPr>
          </a:lstStyle>
          <a:p>
            <a:pPr marL="228600" marR="0" lvl="0" indent="-22860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dirty="0"/>
              <a:t>Click icon to insert table</a:t>
            </a:r>
          </a:p>
          <a:p>
            <a:endParaRPr lang="en-US" dirty="0"/>
          </a:p>
        </p:txBody>
      </p:sp>
      <p:sp>
        <p:nvSpPr>
          <p:cNvPr id="7" name="Rectangle 23">
            <a:extLst>
              <a:ext uri="{FF2B5EF4-FFF2-40B4-BE49-F238E27FC236}">
                <a16:creationId xmlns:a16="http://schemas.microsoft.com/office/drawing/2014/main" id="{AB92D86A-5036-415A-B056-A55CB2E0C2C9}"/>
              </a:ext>
              <a:ext uri="{C183D7F6-B498-43B3-948B-1728B52AA6E4}">
                <adec:decorative xmlns:adec="http://schemas.microsoft.com/office/drawing/2017/decorative" val="1"/>
              </a:ext>
            </a:extLst>
          </p:cNvPr>
          <p:cNvSpPr/>
          <p:nvPr userDrawn="1"/>
        </p:nvSpPr>
        <p:spPr>
          <a:xfrm rot="10800000">
            <a:off x="11177016" y="0"/>
            <a:ext cx="1014984" cy="1014984"/>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3">
            <a:extLst>
              <a:ext uri="{FF2B5EF4-FFF2-40B4-BE49-F238E27FC236}">
                <a16:creationId xmlns:a16="http://schemas.microsoft.com/office/drawing/2014/main" id="{D3A465A0-88AA-B50B-92D8-3A54928329FB}"/>
              </a:ext>
            </a:extLst>
          </p:cNvPr>
          <p:cNvSpPr>
            <a:spLocks noGrp="1"/>
          </p:cNvSpPr>
          <p:nvPr>
            <p:ph type="dt" sz="half" idx="10"/>
          </p:nvPr>
        </p:nvSpPr>
        <p:spPr>
          <a:xfrm>
            <a:off x="767443" y="6353175"/>
            <a:ext cx="1097280" cy="365125"/>
          </a:xfrm>
        </p:spPr>
        <p:txBody>
          <a:bodyPr/>
          <a:lstStyle>
            <a:lvl1pPr>
              <a:defRPr>
                <a:solidFill>
                  <a:schemeClr val="tx1"/>
                </a:solidFill>
              </a:defRPr>
            </a:lvl1pPr>
          </a:lstStyle>
          <a:p>
            <a:r>
              <a:rPr lang="en-US"/>
              <a:t>12/11/2023</a:t>
            </a:r>
            <a:endParaRPr lang="en-US" dirty="0"/>
          </a:p>
        </p:txBody>
      </p:sp>
      <p:sp>
        <p:nvSpPr>
          <p:cNvPr id="4" name="Footer Placeholder 4">
            <a:extLst>
              <a:ext uri="{FF2B5EF4-FFF2-40B4-BE49-F238E27FC236}">
                <a16:creationId xmlns:a16="http://schemas.microsoft.com/office/drawing/2014/main" id="{6195F626-7C08-9907-6A85-922BE6AA0EF5}"/>
              </a:ext>
            </a:extLst>
          </p:cNvPr>
          <p:cNvSpPr>
            <a:spLocks noGrp="1"/>
          </p:cNvSpPr>
          <p:nvPr>
            <p:ph type="ftr" sz="quarter" idx="11"/>
          </p:nvPr>
        </p:nvSpPr>
        <p:spPr>
          <a:xfrm>
            <a:off x="5273449" y="6350000"/>
            <a:ext cx="2286000" cy="365125"/>
          </a:xfrm>
        </p:spPr>
        <p:txBody>
          <a:bodyPr/>
          <a:lstStyle>
            <a:lvl1pPr>
              <a:defRPr>
                <a:solidFill>
                  <a:schemeClr val="tx1"/>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7BBAD34A-4F3F-C89B-BBBC-E7740F414D13}"/>
              </a:ext>
            </a:extLst>
          </p:cNvPr>
          <p:cNvSpPr>
            <a:spLocks noGrp="1"/>
          </p:cNvSpPr>
          <p:nvPr>
            <p:ph type="sldNum" sz="quarter" idx="12"/>
          </p:nvPr>
        </p:nvSpPr>
        <p:spPr>
          <a:xfrm>
            <a:off x="10968175"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42869432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wo Content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1552574" y="896111"/>
            <a:ext cx="9866540" cy="1358140"/>
          </a:xfrm>
        </p:spPr>
        <p:txBody>
          <a:bodyPr anchor="t" anchorCtr="0"/>
          <a:lstStyle>
            <a:lvl1pPr>
              <a:defRPr cap="all" baseline="0">
                <a:solidFill>
                  <a:schemeClr val="tx2"/>
                </a:solidFill>
              </a:defRPr>
            </a:lvl1pPr>
          </a:lstStyle>
          <a:p>
            <a:r>
              <a:rPr lang="en-US" dirty="0"/>
              <a:t>CLICK TO ADD TITLE</a:t>
            </a:r>
          </a:p>
        </p:txBody>
      </p:sp>
      <p:grpSp>
        <p:nvGrpSpPr>
          <p:cNvPr id="10" name="Group 9">
            <a:extLst>
              <a:ext uri="{FF2B5EF4-FFF2-40B4-BE49-F238E27FC236}">
                <a16:creationId xmlns:a16="http://schemas.microsoft.com/office/drawing/2014/main" id="{D9F1898E-3E74-4E43-A202-1A6640227466}"/>
              </a:ext>
              <a:ext uri="{C183D7F6-B498-43B3-948B-1728B52AA6E4}">
                <adec:decorative xmlns:adec="http://schemas.microsoft.com/office/drawing/2017/decorative" val="1"/>
              </a:ext>
            </a:extLst>
          </p:cNvPr>
          <p:cNvGrpSpPr/>
          <p:nvPr userDrawn="1"/>
        </p:nvGrpSpPr>
        <p:grpSpPr>
          <a:xfrm>
            <a:off x="0" y="0"/>
            <a:ext cx="1014984" cy="6858000"/>
            <a:chOff x="0" y="0"/>
            <a:chExt cx="1014984" cy="6858000"/>
          </a:xfrm>
        </p:grpSpPr>
        <p:sp>
          <p:nvSpPr>
            <p:cNvPr id="33" name="Rectangle 32">
              <a:extLst>
                <a:ext uri="{FF2B5EF4-FFF2-40B4-BE49-F238E27FC236}">
                  <a16:creationId xmlns:a16="http://schemas.microsoft.com/office/drawing/2014/main" id="{814776F7-F8A5-4235-8C8D-17F0E4F45B03}"/>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F301899-34C1-47B4-B5CD-F77BA341C0F9}"/>
                </a:ext>
              </a:extLst>
            </p:cNvPr>
            <p:cNvSpPr/>
            <p:nvPr userDrawn="1"/>
          </p:nvSpPr>
          <p:spPr>
            <a:xfrm>
              <a:off x="0" y="2833299"/>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A66E9363-03B7-439D-8B5E-0665E48F046E}"/>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0432F5F5-1688-44BD-B071-A62C04824FB8}"/>
                </a:ext>
              </a:extLst>
            </p:cNvPr>
            <p:cNvSpPr/>
            <p:nvPr userDrawn="1"/>
          </p:nvSpPr>
          <p:spPr>
            <a:xfrm>
              <a:off x="0" y="2029863"/>
              <a:ext cx="1014984" cy="8129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Freeform: Shape 43">
              <a:extLst>
                <a:ext uri="{FF2B5EF4-FFF2-40B4-BE49-F238E27FC236}">
                  <a16:creationId xmlns:a16="http://schemas.microsoft.com/office/drawing/2014/main" id="{689FF8F5-F7B8-46B0-BB03-FE972A6832E7}"/>
                </a:ext>
              </a:extLst>
            </p:cNvPr>
            <p:cNvSpPr/>
            <p:nvPr userDrawn="1"/>
          </p:nvSpPr>
          <p:spPr>
            <a:xfrm rot="10800000">
              <a:off x="100582" y="2936725"/>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8" name="Graphic 47">
              <a:extLst>
                <a:ext uri="{FF2B5EF4-FFF2-40B4-BE49-F238E27FC236}">
                  <a16:creationId xmlns:a16="http://schemas.microsoft.com/office/drawing/2014/main" id="{31EB8EE7-3843-4CA8-879D-5D985DAA0D1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457200" y="5416459"/>
              <a:ext cx="1828800" cy="914400"/>
            </a:xfrm>
            <a:prstGeom prst="rect">
              <a:avLst/>
            </a:prstGeom>
          </p:spPr>
        </p:pic>
        <p:pic>
          <p:nvPicPr>
            <p:cNvPr id="50" name="Graphic 49">
              <a:extLst>
                <a:ext uri="{FF2B5EF4-FFF2-40B4-BE49-F238E27FC236}">
                  <a16:creationId xmlns:a16="http://schemas.microsoft.com/office/drawing/2014/main" id="{5FF0EEFD-0038-4A2F-AD3B-01A98EFF5CF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457200" y="563329"/>
              <a:ext cx="1828800" cy="914400"/>
            </a:xfrm>
            <a:prstGeom prst="rect">
              <a:avLst/>
            </a:prstGeom>
          </p:spPr>
        </p:pic>
      </p:grpSp>
      <p:sp>
        <p:nvSpPr>
          <p:cNvPr id="3" name="Content Placeholder 2">
            <a:extLst>
              <a:ext uri="{FF2B5EF4-FFF2-40B4-BE49-F238E27FC236}">
                <a16:creationId xmlns:a16="http://schemas.microsoft.com/office/drawing/2014/main" id="{8A650232-76AA-C9E3-F846-8DB1B44E5AF3}"/>
              </a:ext>
            </a:extLst>
          </p:cNvPr>
          <p:cNvSpPr>
            <a:spLocks noGrp="1"/>
          </p:cNvSpPr>
          <p:nvPr>
            <p:ph sz="half" idx="15" hasCustomPrompt="1"/>
          </p:nvPr>
        </p:nvSpPr>
        <p:spPr>
          <a:xfrm>
            <a:off x="1552575" y="2481940"/>
            <a:ext cx="6477952" cy="3635831"/>
          </a:xfrm>
        </p:spPr>
        <p:txBody>
          <a:bodyPr>
            <a:normAutofit/>
          </a:bodyPr>
          <a:lstStyle>
            <a:lvl1pPr marL="0" indent="0">
              <a:lnSpc>
                <a:spcPct val="100000"/>
              </a:lnSpc>
              <a:spcBef>
                <a:spcPts val="0"/>
              </a:spcBef>
              <a:spcAft>
                <a:spcPts val="600"/>
              </a:spcAft>
              <a:buFont typeface="Arial" panose="020B0604020202020204" pitchFamily="34" charset="0"/>
              <a:buNone/>
              <a:defRPr sz="1800">
                <a:solidFill>
                  <a:schemeClr val="bg1"/>
                </a:solidFill>
              </a:defRPr>
            </a:lvl1pPr>
            <a:lvl2pPr marL="457200">
              <a:lnSpc>
                <a:spcPct val="100000"/>
              </a:lnSpc>
              <a:spcAft>
                <a:spcPts val="600"/>
              </a:spcAft>
              <a:defRPr sz="1800">
                <a:solidFill>
                  <a:schemeClr val="bg1"/>
                </a:solidFill>
              </a:defRPr>
            </a:lvl2pPr>
            <a:lvl3pPr marL="914400">
              <a:lnSpc>
                <a:spcPct val="100000"/>
              </a:lnSpc>
              <a:spcAft>
                <a:spcPts val="600"/>
              </a:spcAft>
              <a:defRPr sz="1800">
                <a:solidFill>
                  <a:schemeClr val="bg1"/>
                </a:solidFill>
              </a:defRPr>
            </a:lvl3pPr>
            <a:lvl4pPr marL="1371600">
              <a:lnSpc>
                <a:spcPct val="100000"/>
              </a:lnSpc>
              <a:spcAft>
                <a:spcPts val="600"/>
              </a:spcAft>
              <a:defRPr sz="1800">
                <a:solidFill>
                  <a:schemeClr val="bg1"/>
                </a:solidFill>
              </a:defRPr>
            </a:lvl4pPr>
            <a:lvl5pPr marL="1828800">
              <a:lnSpc>
                <a:spcPct val="100000"/>
              </a:lnSpc>
              <a:spcAft>
                <a:spcPts val="600"/>
              </a:spcAft>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12">
            <a:extLst>
              <a:ext uri="{FF2B5EF4-FFF2-40B4-BE49-F238E27FC236}">
                <a16:creationId xmlns:a16="http://schemas.microsoft.com/office/drawing/2014/main" id="{37A04978-5D2C-BBF1-9C05-C52717619019}"/>
              </a:ext>
            </a:extLst>
          </p:cNvPr>
          <p:cNvSpPr>
            <a:spLocks noGrp="1"/>
          </p:cNvSpPr>
          <p:nvPr>
            <p:ph type="body" sz="quarter" idx="14" hasCustomPrompt="1"/>
          </p:nvPr>
        </p:nvSpPr>
        <p:spPr>
          <a:xfrm>
            <a:off x="8372723" y="2481940"/>
            <a:ext cx="3046391" cy="3759200"/>
          </a:xfrm>
        </p:spPr>
        <p:txBody>
          <a:bodyPr>
            <a:normAutofit/>
          </a:bodyPr>
          <a:lstStyle>
            <a:lvl1pPr marL="342900" indent="-342900">
              <a:spcAft>
                <a:spcPts val="600"/>
              </a:spcAft>
              <a:buFont typeface="+mj-lt"/>
              <a:buAutoNum type="arabicPeriod"/>
              <a:defRPr sz="1800">
                <a:solidFill>
                  <a:schemeClr val="bg1"/>
                </a:solidFill>
              </a:defRPr>
            </a:lvl1pPr>
            <a:lvl2pPr marL="800100" indent="-342900">
              <a:spcAft>
                <a:spcPts val="600"/>
              </a:spcAft>
              <a:buFont typeface="+mj-lt"/>
              <a:buAutoNum type="alphaLcPeriod"/>
              <a:defRPr sz="1800">
                <a:solidFill>
                  <a:schemeClr val="bg1"/>
                </a:solidFill>
              </a:defRPr>
            </a:lvl2pPr>
            <a:lvl3pPr marL="1257300" indent="-342900">
              <a:spcAft>
                <a:spcPts val="600"/>
              </a:spcAft>
              <a:buFont typeface="+mj-lt"/>
              <a:buAutoNum type="arabicParenR"/>
              <a:defRPr sz="1800">
                <a:solidFill>
                  <a:schemeClr val="bg1"/>
                </a:solidFill>
              </a:defRPr>
            </a:lvl3pPr>
            <a:lvl4pPr marL="1714500" indent="-342900">
              <a:spcAft>
                <a:spcPts val="600"/>
              </a:spcAft>
              <a:buFont typeface="+mj-lt"/>
              <a:buAutoNum type="alphaLcParenR"/>
              <a:defRPr sz="1800">
                <a:solidFill>
                  <a:schemeClr val="bg1"/>
                </a:solidFill>
              </a:defRPr>
            </a:lvl4pPr>
            <a:lvl5pPr marL="2171700" indent="-342900">
              <a:spcAft>
                <a:spcPts val="600"/>
              </a:spcAft>
              <a:buFont typeface="+mj-lt"/>
              <a:buAutoNum type="romanLcPeriod"/>
              <a:defRPr sz="1800">
                <a:solidFill>
                  <a:schemeClr val="bg1"/>
                </a:solidFill>
              </a:defRPr>
            </a:lvl5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3" name="Date Placeholder 3">
            <a:extLst>
              <a:ext uri="{FF2B5EF4-FFF2-40B4-BE49-F238E27FC236}">
                <a16:creationId xmlns:a16="http://schemas.microsoft.com/office/drawing/2014/main" id="{41C57AEB-9E33-4F77-9F58-DB0D1B978707}"/>
              </a:ext>
            </a:extLst>
          </p:cNvPr>
          <p:cNvSpPr>
            <a:spLocks noGrp="1"/>
          </p:cNvSpPr>
          <p:nvPr>
            <p:ph type="dt" sz="half" idx="10"/>
          </p:nvPr>
        </p:nvSpPr>
        <p:spPr>
          <a:xfrm>
            <a:off x="1554480" y="6353175"/>
            <a:ext cx="1097280" cy="365125"/>
          </a:xfrm>
        </p:spPr>
        <p:txBody>
          <a:bodyPr/>
          <a:lstStyle>
            <a:lvl1pPr>
              <a:defRPr>
                <a:solidFill>
                  <a:schemeClr val="bg1"/>
                </a:solidFill>
              </a:defRPr>
            </a:lvl1pPr>
          </a:lstStyle>
          <a:p>
            <a:r>
              <a:rPr lang="en-US"/>
              <a:t>12/11/2023</a:t>
            </a:r>
            <a:endParaRPr lang="en-US" dirty="0"/>
          </a:p>
        </p:txBody>
      </p:sp>
      <p:sp>
        <p:nvSpPr>
          <p:cNvPr id="64" name="Footer Placeholder 4">
            <a:extLst>
              <a:ext uri="{FF2B5EF4-FFF2-40B4-BE49-F238E27FC236}">
                <a16:creationId xmlns:a16="http://schemas.microsoft.com/office/drawing/2014/main" id="{182F895D-C48A-41AA-9DE6-43A17B7E019A}"/>
              </a:ext>
            </a:extLst>
          </p:cNvPr>
          <p:cNvSpPr>
            <a:spLocks noGrp="1"/>
          </p:cNvSpPr>
          <p:nvPr>
            <p:ph type="ftr" sz="quarter" idx="11"/>
          </p:nvPr>
        </p:nvSpPr>
        <p:spPr>
          <a:xfrm>
            <a:off x="5744527" y="6350000"/>
            <a:ext cx="2286000" cy="365125"/>
          </a:xfrm>
        </p:spPr>
        <p:txBody>
          <a:bodyPr/>
          <a:lstStyle>
            <a:lvl1pPr>
              <a:defRPr>
                <a:solidFill>
                  <a:schemeClr val="bg1"/>
                </a:solidFill>
              </a:defRPr>
            </a:lvl1pPr>
          </a:lstStyle>
          <a:p>
            <a:r>
              <a:rPr lang="en-US"/>
              <a:t>Presentation title</a:t>
            </a:r>
            <a:endParaRPr lang="en-US" dirty="0"/>
          </a:p>
        </p:txBody>
      </p:sp>
      <p:sp>
        <p:nvSpPr>
          <p:cNvPr id="65" name="Slide Number Placeholder 5">
            <a:extLst>
              <a:ext uri="{FF2B5EF4-FFF2-40B4-BE49-F238E27FC236}">
                <a16:creationId xmlns:a16="http://schemas.microsoft.com/office/drawing/2014/main" id="{4C15BF58-30D9-4A0E-8506-1CD777B0FC5B}"/>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441476855"/>
      </p:ext>
    </p:extLst>
  </p:cSld>
  <p:clrMapOvr>
    <a:masterClrMapping/>
  </p:clrMapOvr>
  <p:extLst>
    <p:ext uri="{DCECCB84-F9BA-43D5-87BE-67443E8EF086}">
      <p15:sldGuideLst xmlns:p15="http://schemas.microsoft.com/office/powerpoint/2012/main">
        <p15:guide id="1" pos="739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9AF4D7D-42EC-4F30-296A-81B05C4E7D57}"/>
              </a:ext>
              <a:ext uri="{C183D7F6-B498-43B3-948B-1728B52AA6E4}">
                <adec:decorative xmlns:adec="http://schemas.microsoft.com/office/drawing/2017/decorative" val="1"/>
              </a:ext>
            </a:extLst>
          </p:cNvPr>
          <p:cNvGrpSpPr/>
          <p:nvPr userDrawn="1"/>
        </p:nvGrpSpPr>
        <p:grpSpPr>
          <a:xfrm>
            <a:off x="0" y="0"/>
            <a:ext cx="6843092" cy="6858000"/>
            <a:chOff x="0" y="0"/>
            <a:chExt cx="6843092" cy="6858000"/>
          </a:xfrm>
        </p:grpSpPr>
        <p:sp>
          <p:nvSpPr>
            <p:cNvPr id="344" name="Rectangle 343">
              <a:extLst>
                <a:ext uri="{FF2B5EF4-FFF2-40B4-BE49-F238E27FC236}">
                  <a16:creationId xmlns:a16="http://schemas.microsoft.com/office/drawing/2014/main" id="{0685D98A-CA5A-4C48-9AEB-4C1A201237A1}"/>
                </a:ext>
              </a:extLst>
            </p:cNvPr>
            <p:cNvSpPr/>
            <p:nvPr userDrawn="1"/>
          </p:nvSpPr>
          <p:spPr>
            <a:xfrm>
              <a:off x="2021206" y="4828032"/>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1F97041-3EE3-4F17-990B-3AC264934EF0}"/>
                </a:ext>
              </a:extLst>
            </p:cNvPr>
            <p:cNvSpPr/>
            <p:nvPr userDrawn="1"/>
          </p:nvSpPr>
          <p:spPr>
            <a:xfrm>
              <a:off x="0" y="0"/>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2457970" y="1686431"/>
              <a:ext cx="1828800" cy="1828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502070B-3F7D-436A-849C-FB64175E8B45}"/>
                </a:ext>
              </a:extLst>
            </p:cNvPr>
            <p:cNvSpPr/>
            <p:nvPr userDrawn="1"/>
          </p:nvSpPr>
          <p:spPr>
            <a:xfrm>
              <a:off x="0" y="6108192"/>
              <a:ext cx="2029968" cy="7498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9">
              <a:extLst>
                <a:ext uri="{FF2B5EF4-FFF2-40B4-BE49-F238E27FC236}">
                  <a16:creationId xmlns:a16="http://schemas.microsoft.com/office/drawing/2014/main" id="{675AAC8A-F8AB-44A3-9748-96464E9E0B6B}"/>
                </a:ext>
              </a:extLst>
            </p:cNvPr>
            <p:cNvSpPr/>
            <p:nvPr userDrawn="1"/>
          </p:nvSpPr>
          <p:spPr>
            <a:xfrm>
              <a:off x="4054172" y="4069080"/>
              <a:ext cx="2788920" cy="278892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6" name="Group 115">
              <a:extLst>
                <a:ext uri="{FF2B5EF4-FFF2-40B4-BE49-F238E27FC236}">
                  <a16:creationId xmlns:a16="http://schemas.microsoft.com/office/drawing/2014/main" id="{AC3F6810-4D95-4C6E-A30A-459BAD7510FE}"/>
                </a:ext>
              </a:extLst>
            </p:cNvPr>
            <p:cNvGrpSpPr/>
            <p:nvPr userDrawn="1"/>
          </p:nvGrpSpPr>
          <p:grpSpPr>
            <a:xfrm>
              <a:off x="23853" y="2101527"/>
              <a:ext cx="1920240" cy="1920240"/>
              <a:chOff x="5361924" y="7472790"/>
              <a:chExt cx="1828800" cy="1828800"/>
            </a:xfrm>
          </p:grpSpPr>
          <p:grpSp>
            <p:nvGrpSpPr>
              <p:cNvPr id="115" name="Group 114">
                <a:extLst>
                  <a:ext uri="{FF2B5EF4-FFF2-40B4-BE49-F238E27FC236}">
                    <a16:creationId xmlns:a16="http://schemas.microsoft.com/office/drawing/2014/main" id="{81973B3A-7185-45FB-A2E6-A7BDE6414DF3}"/>
                  </a:ext>
                </a:extLst>
              </p:cNvPr>
              <p:cNvGrpSpPr/>
              <p:nvPr userDrawn="1"/>
            </p:nvGrpSpPr>
            <p:grpSpPr>
              <a:xfrm>
                <a:off x="5361924" y="7472790"/>
                <a:ext cx="1828800" cy="1828800"/>
                <a:chOff x="5361924" y="7472790"/>
                <a:chExt cx="1828800" cy="1828800"/>
              </a:xfrm>
            </p:grpSpPr>
            <p:grpSp>
              <p:nvGrpSpPr>
                <p:cNvPr id="99" name="Group 98">
                  <a:extLst>
                    <a:ext uri="{FF2B5EF4-FFF2-40B4-BE49-F238E27FC236}">
                      <a16:creationId xmlns:a16="http://schemas.microsoft.com/office/drawing/2014/main" id="{DACFFF66-0600-406E-AF42-9FD8E8EDB397}"/>
                    </a:ext>
                  </a:extLst>
                </p:cNvPr>
                <p:cNvGrpSpPr/>
                <p:nvPr userDrawn="1"/>
              </p:nvGrpSpPr>
              <p:grpSpPr>
                <a:xfrm>
                  <a:off x="5361924" y="7472790"/>
                  <a:ext cx="1828800" cy="1828800"/>
                  <a:chOff x="5388428" y="7173291"/>
                  <a:chExt cx="1828800" cy="1828800"/>
                </a:xfrm>
              </p:grpSpPr>
              <p:grpSp>
                <p:nvGrpSpPr>
                  <p:cNvPr id="96" name="Group 95">
                    <a:extLst>
                      <a:ext uri="{FF2B5EF4-FFF2-40B4-BE49-F238E27FC236}">
                        <a16:creationId xmlns:a16="http://schemas.microsoft.com/office/drawing/2014/main" id="{9411687D-2631-487B-AEAB-39750C9E52BF}"/>
                      </a:ext>
                    </a:extLst>
                  </p:cNvPr>
                  <p:cNvGrpSpPr/>
                  <p:nvPr userDrawn="1"/>
                </p:nvGrpSpPr>
                <p:grpSpPr>
                  <a:xfrm>
                    <a:off x="5388428" y="7173291"/>
                    <a:ext cx="1828800" cy="1828800"/>
                    <a:chOff x="5388428" y="7173291"/>
                    <a:chExt cx="1828800" cy="1828800"/>
                  </a:xfrm>
                </p:grpSpPr>
                <p:grpSp>
                  <p:nvGrpSpPr>
                    <p:cNvPr id="90" name="Group 89">
                      <a:extLst>
                        <a:ext uri="{FF2B5EF4-FFF2-40B4-BE49-F238E27FC236}">
                          <a16:creationId xmlns:a16="http://schemas.microsoft.com/office/drawing/2014/main" id="{4BDDEAF6-0726-4BF4-96D7-EBA489ABF3E5}"/>
                        </a:ext>
                      </a:extLst>
                    </p:cNvPr>
                    <p:cNvGrpSpPr/>
                    <p:nvPr userDrawn="1"/>
                  </p:nvGrpSpPr>
                  <p:grpSpPr>
                    <a:xfrm>
                      <a:off x="5388428" y="7173291"/>
                      <a:ext cx="1828800" cy="1828800"/>
                      <a:chOff x="5579044" y="7049770"/>
                      <a:chExt cx="1828800" cy="1828800"/>
                    </a:xfrm>
                  </p:grpSpPr>
                  <p:grpSp>
                    <p:nvGrpSpPr>
                      <p:cNvPr id="89" name="Group 88">
                        <a:extLst>
                          <a:ext uri="{FF2B5EF4-FFF2-40B4-BE49-F238E27FC236}">
                            <a16:creationId xmlns:a16="http://schemas.microsoft.com/office/drawing/2014/main" id="{F80BBFBA-D0FB-4E20-8981-F569A2A0B678}"/>
                          </a:ext>
                        </a:extLst>
                      </p:cNvPr>
                      <p:cNvGrpSpPr/>
                      <p:nvPr userDrawn="1"/>
                    </p:nvGrpSpPr>
                    <p:grpSpPr>
                      <a:xfrm>
                        <a:off x="5579044" y="7049770"/>
                        <a:ext cx="1828800" cy="1828800"/>
                        <a:chOff x="5579044" y="7049770"/>
                        <a:chExt cx="1828800" cy="1828800"/>
                      </a:xfrm>
                    </p:grpSpPr>
                    <p:grpSp>
                      <p:nvGrpSpPr>
                        <p:cNvPr id="86" name="Group 85">
                          <a:extLst>
                            <a:ext uri="{FF2B5EF4-FFF2-40B4-BE49-F238E27FC236}">
                              <a16:creationId xmlns:a16="http://schemas.microsoft.com/office/drawing/2014/main" id="{6B3BCF7C-4204-4B1A-8371-96E859FC8425}"/>
                            </a:ext>
                          </a:extLst>
                        </p:cNvPr>
                        <p:cNvGrpSpPr/>
                        <p:nvPr userDrawn="1"/>
                      </p:nvGrpSpPr>
                      <p:grpSpPr>
                        <a:xfrm>
                          <a:off x="5579044" y="7049770"/>
                          <a:ext cx="1828800" cy="1828800"/>
                          <a:chOff x="5579044" y="7049770"/>
                          <a:chExt cx="1828800" cy="1828800"/>
                        </a:xfrm>
                      </p:grpSpPr>
                      <p:grpSp>
                        <p:nvGrpSpPr>
                          <p:cNvPr id="83" name="Group 82">
                            <a:extLst>
                              <a:ext uri="{FF2B5EF4-FFF2-40B4-BE49-F238E27FC236}">
                                <a16:creationId xmlns:a16="http://schemas.microsoft.com/office/drawing/2014/main" id="{31CF95CD-48BB-4659-870A-21584266D83F}"/>
                              </a:ext>
                            </a:extLst>
                          </p:cNvPr>
                          <p:cNvGrpSpPr/>
                          <p:nvPr userDrawn="1"/>
                        </p:nvGrpSpPr>
                        <p:grpSpPr>
                          <a:xfrm>
                            <a:off x="5579044" y="7049770"/>
                            <a:ext cx="1828800" cy="1828800"/>
                            <a:chOff x="5579044" y="7049770"/>
                            <a:chExt cx="1828800" cy="1828800"/>
                          </a:xfrm>
                        </p:grpSpPr>
                        <p:sp>
                          <p:nvSpPr>
                            <p:cNvPr id="78" name="Oval 77">
                              <a:extLst>
                                <a:ext uri="{FF2B5EF4-FFF2-40B4-BE49-F238E27FC236}">
                                  <a16:creationId xmlns:a16="http://schemas.microsoft.com/office/drawing/2014/main" id="{871E1954-F3FD-427D-8FFA-F28839673545}"/>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0" name="Oval 79">
                              <a:extLst>
                                <a:ext uri="{FF2B5EF4-FFF2-40B4-BE49-F238E27FC236}">
                                  <a16:creationId xmlns:a16="http://schemas.microsoft.com/office/drawing/2014/main" id="{B655BD1D-8AE2-43E7-B1D4-17923D0E0171}"/>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2" name="Oval 81">
                            <a:extLst>
                              <a:ext uri="{FF2B5EF4-FFF2-40B4-BE49-F238E27FC236}">
                                <a16:creationId xmlns:a16="http://schemas.microsoft.com/office/drawing/2014/main" id="{9F92C461-5E10-49F3-B4F0-F320512C0756}"/>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5" name="Oval 84">
                          <a:extLst>
                            <a:ext uri="{FF2B5EF4-FFF2-40B4-BE49-F238E27FC236}">
                              <a16:creationId xmlns:a16="http://schemas.microsoft.com/office/drawing/2014/main" id="{A6D57951-375C-41E9-BF45-DFC40F8E0A1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8" name="Oval 87">
                        <a:extLst>
                          <a:ext uri="{FF2B5EF4-FFF2-40B4-BE49-F238E27FC236}">
                            <a16:creationId xmlns:a16="http://schemas.microsoft.com/office/drawing/2014/main" id="{E4A4216D-DF9B-4DD9-989C-1F4040F3F4F7}"/>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2" name="Oval 91">
                      <a:extLst>
                        <a:ext uri="{FF2B5EF4-FFF2-40B4-BE49-F238E27FC236}">
                          <a16:creationId xmlns:a16="http://schemas.microsoft.com/office/drawing/2014/main" id="{3DCCC81D-9EE7-47A8-8A4C-74B5E047A336}"/>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5" name="Oval 94">
                    <a:extLst>
                      <a:ext uri="{FF2B5EF4-FFF2-40B4-BE49-F238E27FC236}">
                        <a16:creationId xmlns:a16="http://schemas.microsoft.com/office/drawing/2014/main" id="{9985F9FD-CFFB-417E-A560-28BD7BC7EE8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8" name="Oval 97">
                  <a:extLst>
                    <a:ext uri="{FF2B5EF4-FFF2-40B4-BE49-F238E27FC236}">
                      <a16:creationId xmlns:a16="http://schemas.microsoft.com/office/drawing/2014/main" id="{9A923F7B-7D75-4E04-AE62-D5B99F64575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2" name="Oval 101">
                  <a:extLst>
                    <a:ext uri="{FF2B5EF4-FFF2-40B4-BE49-F238E27FC236}">
                      <a16:creationId xmlns:a16="http://schemas.microsoft.com/office/drawing/2014/main" id="{F0239D2C-73EF-42E3-B73F-E69B7C27F65B}"/>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5" name="Oval 104">
                  <a:extLst>
                    <a:ext uri="{FF2B5EF4-FFF2-40B4-BE49-F238E27FC236}">
                      <a16:creationId xmlns:a16="http://schemas.microsoft.com/office/drawing/2014/main" id="{59BA1C3D-ADED-4596-8A9D-3DEC7E848945}"/>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8" name="Oval 107">
                  <a:extLst>
                    <a:ext uri="{FF2B5EF4-FFF2-40B4-BE49-F238E27FC236}">
                      <a16:creationId xmlns:a16="http://schemas.microsoft.com/office/drawing/2014/main" id="{015F2BFA-6803-42A0-A870-794B120EF57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10" name="Oval 109">
                  <a:extLst>
                    <a:ext uri="{FF2B5EF4-FFF2-40B4-BE49-F238E27FC236}">
                      <a16:creationId xmlns:a16="http://schemas.microsoft.com/office/drawing/2014/main" id="{E09A173D-9FE5-446C-B59E-5D7C0A00BF6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13" name="Oval 112">
                <a:extLst>
                  <a:ext uri="{FF2B5EF4-FFF2-40B4-BE49-F238E27FC236}">
                    <a16:creationId xmlns:a16="http://schemas.microsoft.com/office/drawing/2014/main" id="{974C3792-995F-4717-8C8B-089BBA7DE9C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3" name="Freeform: Shape 22">
              <a:extLst>
                <a:ext uri="{FF2B5EF4-FFF2-40B4-BE49-F238E27FC236}">
                  <a16:creationId xmlns:a16="http://schemas.microsoft.com/office/drawing/2014/main" id="{C8FD950B-0E2B-4905-8DE9-195E24B2ABE7}"/>
                </a:ext>
              </a:extLst>
            </p:cNvPr>
            <p:cNvSpPr/>
            <p:nvPr userDrawn="1"/>
          </p:nvSpPr>
          <p:spPr>
            <a:xfrm rot="10800000">
              <a:off x="1013527" y="204317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Rectangle 9">
              <a:extLst>
                <a:ext uri="{FF2B5EF4-FFF2-40B4-BE49-F238E27FC236}">
                  <a16:creationId xmlns:a16="http://schemas.microsoft.com/office/drawing/2014/main" id="{D0B57759-E007-4FD0-9C6B-356DC53050C4}"/>
                </a:ext>
              </a:extLst>
            </p:cNvPr>
            <p:cNvSpPr/>
            <p:nvPr userDrawn="1"/>
          </p:nvSpPr>
          <p:spPr>
            <a:xfrm rot="5400000">
              <a:off x="2028432" y="4821048"/>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Oval 174">
              <a:extLst>
                <a:ext uri="{FF2B5EF4-FFF2-40B4-BE49-F238E27FC236}">
                  <a16:creationId xmlns:a16="http://schemas.microsoft.com/office/drawing/2014/main" id="{273C520A-0126-47DA-A75B-1A38883907A2}"/>
                </a:ext>
              </a:extLst>
            </p:cNvPr>
            <p:cNvSpPr/>
            <p:nvPr userDrawn="1"/>
          </p:nvSpPr>
          <p:spPr>
            <a:xfrm>
              <a:off x="861942" y="888111"/>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1" name="Rectangle 290">
              <a:extLst>
                <a:ext uri="{FF2B5EF4-FFF2-40B4-BE49-F238E27FC236}">
                  <a16:creationId xmlns:a16="http://schemas.microsoft.com/office/drawing/2014/main" id="{AB12487D-8BC9-4BEB-B6A7-B9DD702B2BD3}"/>
                </a:ext>
              </a:extLst>
            </p:cNvPr>
            <p:cNvSpPr/>
            <p:nvPr userDrawn="1"/>
          </p:nvSpPr>
          <p:spPr>
            <a:xfrm>
              <a:off x="0" y="4082178"/>
              <a:ext cx="2029968"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7" name="Graphic 296">
              <a:extLst>
                <a:ext uri="{FF2B5EF4-FFF2-40B4-BE49-F238E27FC236}">
                  <a16:creationId xmlns:a16="http://schemas.microsoft.com/office/drawing/2014/main" id="{AEE6DE36-A3C9-4D40-B471-F49B6A875D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2029016" y="2051944"/>
              <a:ext cx="2029968" cy="2029968"/>
            </a:xfrm>
            <a:prstGeom prst="rect">
              <a:avLst/>
            </a:prstGeom>
          </p:spPr>
        </p:pic>
        <p:pic>
          <p:nvPicPr>
            <p:cNvPr id="299" name="Graphic 298">
              <a:extLst>
                <a:ext uri="{FF2B5EF4-FFF2-40B4-BE49-F238E27FC236}">
                  <a16:creationId xmlns:a16="http://schemas.microsoft.com/office/drawing/2014/main" id="{99FF86FA-8891-4235-B88B-CFCA3B57E53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4078224"/>
              <a:ext cx="2029968" cy="2029968"/>
            </a:xfrm>
            <a:prstGeom prst="rect">
              <a:avLst/>
            </a:prstGeom>
          </p:spPr>
        </p:pic>
        <p:cxnSp>
          <p:nvCxnSpPr>
            <p:cNvPr id="170" name="Straight Connector 169">
              <a:extLst>
                <a:ext uri="{FF2B5EF4-FFF2-40B4-BE49-F238E27FC236}">
                  <a16:creationId xmlns:a16="http://schemas.microsoft.com/office/drawing/2014/main" id="{7ADD6DC9-9036-47C7-AAE5-8AF23CE0C81D}"/>
                </a:ext>
              </a:extLst>
            </p:cNvPr>
            <p:cNvCxnSpPr>
              <a:cxnSpLocks/>
            </p:cNvCxnSpPr>
            <p:nvPr userDrawn="1"/>
          </p:nvCxnSpPr>
          <p:spPr>
            <a:xfrm>
              <a:off x="974376" y="989441"/>
              <a:ext cx="5867327" cy="586720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714772" y="677918"/>
            <a:ext cx="6856292" cy="3590596"/>
          </a:xfrm>
        </p:spPr>
        <p:txBody>
          <a:bodyPr anchor="ctr"/>
          <a:lstStyle>
            <a:lvl1pPr algn="l">
              <a:defRPr sz="6000" cap="all" baseline="0">
                <a:solidFill>
                  <a:schemeClr val="tx2"/>
                </a:solidFill>
              </a:defRPr>
            </a:lvl1pPr>
          </a:lstStyle>
          <a:p>
            <a:r>
              <a:rPr lang="en-US" dirty="0"/>
              <a:t>Click to add title</a:t>
            </a:r>
          </a:p>
        </p:txBody>
      </p:sp>
    </p:spTree>
    <p:extLst>
      <p:ext uri="{BB962C8B-B14F-4D97-AF65-F5344CB8AC3E}">
        <p14:creationId xmlns:p14="http://schemas.microsoft.com/office/powerpoint/2010/main" val="670392170"/>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 Subtitle">
    <p:bg>
      <p:bgPr>
        <a:solidFill>
          <a:schemeClr val="accent3"/>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F09F422-89F7-BDA7-7801-F364BA5D95A5}"/>
              </a:ext>
              <a:ext uri="{C183D7F6-B498-43B3-948B-1728B52AA6E4}">
                <adec:decorative xmlns:adec="http://schemas.microsoft.com/office/drawing/2017/decorative" val="1"/>
              </a:ext>
            </a:extLst>
          </p:cNvPr>
          <p:cNvGrpSpPr/>
          <p:nvPr userDrawn="1"/>
        </p:nvGrpSpPr>
        <p:grpSpPr>
          <a:xfrm>
            <a:off x="-3045" y="-4303"/>
            <a:ext cx="7252590" cy="6862680"/>
            <a:chOff x="-3045" y="-4303"/>
            <a:chExt cx="7252590" cy="6862680"/>
          </a:xfrm>
        </p:grpSpPr>
        <p:sp>
          <p:nvSpPr>
            <p:cNvPr id="34" name="Rectangle 33">
              <a:extLst>
                <a:ext uri="{FF2B5EF4-FFF2-40B4-BE49-F238E27FC236}">
                  <a16:creationId xmlns:a16="http://schemas.microsoft.com/office/drawing/2014/main" id="{D629CA98-D89C-4A69-9A55-8D6C17DCDDF0}"/>
                </a:ext>
              </a:extLst>
            </p:cNvPr>
            <p:cNvSpPr/>
            <p:nvPr userDrawn="1"/>
          </p:nvSpPr>
          <p:spPr>
            <a:xfrm>
              <a:off x="-1146" y="4775407"/>
              <a:ext cx="2029968" cy="207752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8" name="Graphic 27">
              <a:extLst>
                <a:ext uri="{FF2B5EF4-FFF2-40B4-BE49-F238E27FC236}">
                  <a16:creationId xmlns:a16="http://schemas.microsoft.com/office/drawing/2014/main" id="{12C5F573-21FC-4A6F-B46F-5583E20C994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3045" y="-4303"/>
              <a:ext cx="2029968" cy="2029968"/>
            </a:xfrm>
            <a:prstGeom prst="rect">
              <a:avLst/>
            </a:prstGeom>
          </p:spPr>
        </p:pic>
        <p:sp>
          <p:nvSpPr>
            <p:cNvPr id="39" name="Rectangle 38">
              <a:extLst>
                <a:ext uri="{FF2B5EF4-FFF2-40B4-BE49-F238E27FC236}">
                  <a16:creationId xmlns:a16="http://schemas.microsoft.com/office/drawing/2014/main" id="{EA65556A-38A5-4BA5-9A40-33F02F960B1E}"/>
                </a:ext>
              </a:extLst>
            </p:cNvPr>
            <p:cNvSpPr/>
            <p:nvPr userDrawn="1"/>
          </p:nvSpPr>
          <p:spPr>
            <a:xfrm>
              <a:off x="3757" y="2033993"/>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37900790-71B8-45C8-9B6D-07E23CEA7632}"/>
                </a:ext>
              </a:extLst>
            </p:cNvPr>
            <p:cNvSpPr/>
            <p:nvPr userDrawn="1"/>
          </p:nvSpPr>
          <p:spPr>
            <a:xfrm>
              <a:off x="-218" y="4059798"/>
              <a:ext cx="2029968" cy="75956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28AC969-4FA2-44AD-A273-2A0B7839749F}"/>
                </a:ext>
              </a:extLst>
            </p:cNvPr>
            <p:cNvSpPr/>
            <p:nvPr userDrawn="1"/>
          </p:nvSpPr>
          <p:spPr>
            <a:xfrm>
              <a:off x="4071442" y="4058828"/>
              <a:ext cx="3178103" cy="2799549"/>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Graphic 10">
              <a:extLst>
                <a:ext uri="{FF2B5EF4-FFF2-40B4-BE49-F238E27FC236}">
                  <a16:creationId xmlns:a16="http://schemas.microsoft.com/office/drawing/2014/main" id="{91CB31D0-C621-4EF7-AE25-5C3BCD5882C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038053" y="2029625"/>
              <a:ext cx="2029878" cy="2023760"/>
            </a:xfrm>
            <a:prstGeom prst="rect">
              <a:avLst/>
            </a:prstGeom>
          </p:spPr>
        </p:pic>
        <p:pic>
          <p:nvPicPr>
            <p:cNvPr id="69" name="Graphic 68">
              <a:extLst>
                <a:ext uri="{FF2B5EF4-FFF2-40B4-BE49-F238E27FC236}">
                  <a16:creationId xmlns:a16="http://schemas.microsoft.com/office/drawing/2014/main" id="{B2CC2F02-F98F-4E69-AA01-CCF96A602E12}"/>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034034" y="4055808"/>
              <a:ext cx="2029968" cy="2029968"/>
            </a:xfrm>
            <a:prstGeom prst="rect">
              <a:avLst/>
            </a:prstGeom>
          </p:spPr>
        </p:pic>
        <p:sp>
          <p:nvSpPr>
            <p:cNvPr id="8" name="Rectangle 9">
              <a:extLst>
                <a:ext uri="{FF2B5EF4-FFF2-40B4-BE49-F238E27FC236}">
                  <a16:creationId xmlns:a16="http://schemas.microsoft.com/office/drawing/2014/main" id="{FE05B395-CB62-452B-A84F-936AD8EDDA92}"/>
                </a:ext>
              </a:extLst>
            </p:cNvPr>
            <p:cNvSpPr/>
            <p:nvPr userDrawn="1"/>
          </p:nvSpPr>
          <p:spPr>
            <a:xfrm>
              <a:off x="2028568" y="4060579"/>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3" name="Graphic 72">
              <a:extLst>
                <a:ext uri="{FF2B5EF4-FFF2-40B4-BE49-F238E27FC236}">
                  <a16:creationId xmlns:a16="http://schemas.microsoft.com/office/drawing/2014/main" id="{2622C30D-68C5-43FD-997F-CFD4DD72E164}"/>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rot="5400000">
              <a:off x="2043950" y="4059923"/>
              <a:ext cx="2029968" cy="2029968"/>
            </a:xfrm>
            <a:prstGeom prst="rect">
              <a:avLst/>
            </a:prstGeom>
          </p:spPr>
        </p:pic>
        <p:pic>
          <p:nvPicPr>
            <p:cNvPr id="35" name="Picture 34" descr="A black and white striped pattern&#10;&#10;Description automatically generated with low confidence">
              <a:extLst>
                <a:ext uri="{FF2B5EF4-FFF2-40B4-BE49-F238E27FC236}">
                  <a16:creationId xmlns:a16="http://schemas.microsoft.com/office/drawing/2014/main" id="{AC3CDBDC-6EB4-4B7D-A9F6-4CFA748349B5}"/>
                </a:ext>
              </a:extLst>
            </p:cNvPr>
            <p:cNvPicPr>
              <a:picLocks noChangeAspect="1"/>
            </p:cNvPicPr>
            <p:nvPr userDrawn="1"/>
          </p:nvPicPr>
          <p:blipFill>
            <a:blip r:embed="rId10" cstate="screen">
              <a:extLst>
                <a:ext uri="{28A0092B-C50C-407E-A947-70E740481C1C}">
                  <a14:useLocalDpi xmlns:a14="http://schemas.microsoft.com/office/drawing/2010/main" val="0"/>
                </a:ext>
              </a:extLst>
            </a:blip>
            <a:stretch>
              <a:fillRect/>
            </a:stretch>
          </p:blipFill>
          <p:spPr>
            <a:xfrm>
              <a:off x="1406" y="3062893"/>
              <a:ext cx="2019299" cy="999451"/>
            </a:xfrm>
            <a:prstGeom prst="rect">
              <a:avLst/>
            </a:prstGeom>
          </p:spPr>
        </p:pic>
        <p:grpSp>
          <p:nvGrpSpPr>
            <p:cNvPr id="162" name="Group 161">
              <a:extLst>
                <a:ext uri="{FF2B5EF4-FFF2-40B4-BE49-F238E27FC236}">
                  <a16:creationId xmlns:a16="http://schemas.microsoft.com/office/drawing/2014/main" id="{34457344-691C-417A-9C29-5AD8ABC43E5A}"/>
                </a:ext>
              </a:extLst>
            </p:cNvPr>
            <p:cNvGrpSpPr/>
            <p:nvPr userDrawn="1"/>
          </p:nvGrpSpPr>
          <p:grpSpPr>
            <a:xfrm>
              <a:off x="4433" y="4836676"/>
              <a:ext cx="1965960" cy="1965960"/>
              <a:chOff x="5361924" y="7472790"/>
              <a:chExt cx="1828800" cy="1828800"/>
            </a:xfrm>
          </p:grpSpPr>
          <p:grpSp>
            <p:nvGrpSpPr>
              <p:cNvPr id="163" name="Group 162">
                <a:extLst>
                  <a:ext uri="{FF2B5EF4-FFF2-40B4-BE49-F238E27FC236}">
                    <a16:creationId xmlns:a16="http://schemas.microsoft.com/office/drawing/2014/main" id="{68DDC918-5A9B-4D14-98A4-9002D8520FD4}"/>
                  </a:ext>
                </a:extLst>
              </p:cNvPr>
              <p:cNvGrpSpPr/>
              <p:nvPr userDrawn="1"/>
            </p:nvGrpSpPr>
            <p:grpSpPr>
              <a:xfrm>
                <a:off x="5361924" y="7472790"/>
                <a:ext cx="1828800" cy="1828800"/>
                <a:chOff x="5361924" y="7472790"/>
                <a:chExt cx="1828800" cy="1828800"/>
              </a:xfrm>
            </p:grpSpPr>
            <p:grpSp>
              <p:nvGrpSpPr>
                <p:cNvPr id="165" name="Group 164">
                  <a:extLst>
                    <a:ext uri="{FF2B5EF4-FFF2-40B4-BE49-F238E27FC236}">
                      <a16:creationId xmlns:a16="http://schemas.microsoft.com/office/drawing/2014/main" id="{2366D07F-988F-459E-BBD3-15126F92902E}"/>
                    </a:ext>
                  </a:extLst>
                </p:cNvPr>
                <p:cNvGrpSpPr/>
                <p:nvPr userDrawn="1"/>
              </p:nvGrpSpPr>
              <p:grpSpPr>
                <a:xfrm>
                  <a:off x="5361924" y="7472790"/>
                  <a:ext cx="1828800" cy="1828800"/>
                  <a:chOff x="5388428" y="7173291"/>
                  <a:chExt cx="1828800" cy="1828800"/>
                </a:xfrm>
              </p:grpSpPr>
              <p:grpSp>
                <p:nvGrpSpPr>
                  <p:cNvPr id="173" name="Group 172">
                    <a:extLst>
                      <a:ext uri="{FF2B5EF4-FFF2-40B4-BE49-F238E27FC236}">
                        <a16:creationId xmlns:a16="http://schemas.microsoft.com/office/drawing/2014/main" id="{6CCACE8C-699F-4B10-BA84-94167BA05CC5}"/>
                      </a:ext>
                    </a:extLst>
                  </p:cNvPr>
                  <p:cNvGrpSpPr/>
                  <p:nvPr userDrawn="1"/>
                </p:nvGrpSpPr>
                <p:grpSpPr>
                  <a:xfrm>
                    <a:off x="5388428" y="7173291"/>
                    <a:ext cx="1828800" cy="1828800"/>
                    <a:chOff x="5388428" y="7173291"/>
                    <a:chExt cx="1828800" cy="1828800"/>
                  </a:xfrm>
                </p:grpSpPr>
                <p:grpSp>
                  <p:nvGrpSpPr>
                    <p:cNvPr id="176" name="Group 175">
                      <a:extLst>
                        <a:ext uri="{FF2B5EF4-FFF2-40B4-BE49-F238E27FC236}">
                          <a16:creationId xmlns:a16="http://schemas.microsoft.com/office/drawing/2014/main" id="{59F49E32-0B71-4676-8012-BA971DA2100F}"/>
                        </a:ext>
                      </a:extLst>
                    </p:cNvPr>
                    <p:cNvGrpSpPr/>
                    <p:nvPr userDrawn="1"/>
                  </p:nvGrpSpPr>
                  <p:grpSpPr>
                    <a:xfrm>
                      <a:off x="5388428" y="7173291"/>
                      <a:ext cx="1828800" cy="1828800"/>
                      <a:chOff x="5579044" y="7049770"/>
                      <a:chExt cx="1828800" cy="1828800"/>
                    </a:xfrm>
                  </p:grpSpPr>
                  <p:grpSp>
                    <p:nvGrpSpPr>
                      <p:cNvPr id="178" name="Group 177">
                        <a:extLst>
                          <a:ext uri="{FF2B5EF4-FFF2-40B4-BE49-F238E27FC236}">
                            <a16:creationId xmlns:a16="http://schemas.microsoft.com/office/drawing/2014/main" id="{DF41FA5A-1504-4DC4-B514-00C377423E7C}"/>
                          </a:ext>
                        </a:extLst>
                      </p:cNvPr>
                      <p:cNvGrpSpPr/>
                      <p:nvPr userDrawn="1"/>
                    </p:nvGrpSpPr>
                    <p:grpSpPr>
                      <a:xfrm>
                        <a:off x="5579044" y="7049770"/>
                        <a:ext cx="1828800" cy="1828800"/>
                        <a:chOff x="5579044" y="7049770"/>
                        <a:chExt cx="1828800" cy="1828800"/>
                      </a:xfrm>
                    </p:grpSpPr>
                    <p:grpSp>
                      <p:nvGrpSpPr>
                        <p:cNvPr id="180" name="Group 179">
                          <a:extLst>
                            <a:ext uri="{FF2B5EF4-FFF2-40B4-BE49-F238E27FC236}">
                              <a16:creationId xmlns:a16="http://schemas.microsoft.com/office/drawing/2014/main" id="{68B4610A-A91F-459F-A9C5-9FC624665516}"/>
                            </a:ext>
                          </a:extLst>
                        </p:cNvPr>
                        <p:cNvGrpSpPr/>
                        <p:nvPr userDrawn="1"/>
                      </p:nvGrpSpPr>
                      <p:grpSpPr>
                        <a:xfrm>
                          <a:off x="5579044" y="7049770"/>
                          <a:ext cx="1828800" cy="1828800"/>
                          <a:chOff x="5579044" y="7049770"/>
                          <a:chExt cx="1828800" cy="1828800"/>
                        </a:xfrm>
                      </p:grpSpPr>
                      <p:grpSp>
                        <p:nvGrpSpPr>
                          <p:cNvPr id="182" name="Group 181">
                            <a:extLst>
                              <a:ext uri="{FF2B5EF4-FFF2-40B4-BE49-F238E27FC236}">
                                <a16:creationId xmlns:a16="http://schemas.microsoft.com/office/drawing/2014/main" id="{D794F6E3-A9E3-42A9-93AA-7B9E20AD922D}"/>
                              </a:ext>
                            </a:extLst>
                          </p:cNvPr>
                          <p:cNvGrpSpPr/>
                          <p:nvPr userDrawn="1"/>
                        </p:nvGrpSpPr>
                        <p:grpSpPr>
                          <a:xfrm>
                            <a:off x="5579044" y="7049770"/>
                            <a:ext cx="1828800" cy="1828800"/>
                            <a:chOff x="5579044" y="7049770"/>
                            <a:chExt cx="1828800" cy="1828800"/>
                          </a:xfrm>
                        </p:grpSpPr>
                        <p:sp>
                          <p:nvSpPr>
                            <p:cNvPr id="184" name="Oval 183">
                              <a:extLst>
                                <a:ext uri="{FF2B5EF4-FFF2-40B4-BE49-F238E27FC236}">
                                  <a16:creationId xmlns:a16="http://schemas.microsoft.com/office/drawing/2014/main" id="{90B634B0-4792-4A28-B92A-ACA35F177675}"/>
                                </a:ext>
                              </a:extLst>
                            </p:cNvPr>
                            <p:cNvSpPr/>
                            <p:nvPr userDrawn="1"/>
                          </p:nvSpPr>
                          <p:spPr>
                            <a:xfrm>
                              <a:off x="5579044" y="7049770"/>
                              <a:ext cx="1828800" cy="18288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85" name="Oval 184">
                              <a:extLst>
                                <a:ext uri="{FF2B5EF4-FFF2-40B4-BE49-F238E27FC236}">
                                  <a16:creationId xmlns:a16="http://schemas.microsoft.com/office/drawing/2014/main" id="{1B466310-2C61-42F1-81EB-2B5BF01B2267}"/>
                                </a:ext>
                              </a:extLst>
                            </p:cNvPr>
                            <p:cNvSpPr/>
                            <p:nvPr userDrawn="1"/>
                          </p:nvSpPr>
                          <p:spPr>
                            <a:xfrm>
                              <a:off x="5647624" y="7118350"/>
                              <a:ext cx="1691640" cy="16916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83" name="Oval 182">
                            <a:extLst>
                              <a:ext uri="{FF2B5EF4-FFF2-40B4-BE49-F238E27FC236}">
                                <a16:creationId xmlns:a16="http://schemas.microsoft.com/office/drawing/2014/main" id="{53A72A9A-79AE-4A89-8938-7A85E2248DE6}"/>
                              </a:ext>
                            </a:extLst>
                          </p:cNvPr>
                          <p:cNvSpPr/>
                          <p:nvPr userDrawn="1"/>
                        </p:nvSpPr>
                        <p:spPr>
                          <a:xfrm>
                            <a:off x="5716204" y="7186930"/>
                            <a:ext cx="1554480" cy="15544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81" name="Oval 180">
                          <a:extLst>
                            <a:ext uri="{FF2B5EF4-FFF2-40B4-BE49-F238E27FC236}">
                              <a16:creationId xmlns:a16="http://schemas.microsoft.com/office/drawing/2014/main" id="{02618DCD-5B83-4412-9D1A-968C246DCAC1}"/>
                            </a:ext>
                          </a:extLst>
                        </p:cNvPr>
                        <p:cNvSpPr/>
                        <p:nvPr userDrawn="1"/>
                      </p:nvSpPr>
                      <p:spPr>
                        <a:xfrm>
                          <a:off x="5784784" y="7255510"/>
                          <a:ext cx="1417320" cy="14173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9" name="Oval 178">
                        <a:extLst>
                          <a:ext uri="{FF2B5EF4-FFF2-40B4-BE49-F238E27FC236}">
                            <a16:creationId xmlns:a16="http://schemas.microsoft.com/office/drawing/2014/main" id="{29B173F9-A6EA-4B31-B4C6-3C8DE08F2F11}"/>
                          </a:ext>
                        </a:extLst>
                      </p:cNvPr>
                      <p:cNvSpPr/>
                      <p:nvPr userDrawn="1"/>
                    </p:nvSpPr>
                    <p:spPr>
                      <a:xfrm>
                        <a:off x="5853364" y="7324090"/>
                        <a:ext cx="1280160" cy="12801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7" name="Oval 176">
                      <a:extLst>
                        <a:ext uri="{FF2B5EF4-FFF2-40B4-BE49-F238E27FC236}">
                          <a16:creationId xmlns:a16="http://schemas.microsoft.com/office/drawing/2014/main" id="{466DB0E2-4B80-4A09-8BCA-9432E1E1DAE3}"/>
                        </a:ext>
                      </a:extLst>
                    </p:cNvPr>
                    <p:cNvSpPr/>
                    <p:nvPr userDrawn="1"/>
                  </p:nvSpPr>
                  <p:spPr>
                    <a:xfrm>
                      <a:off x="5731328" y="7516191"/>
                      <a:ext cx="1143000" cy="11430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4" name="Oval 173">
                    <a:extLst>
                      <a:ext uri="{FF2B5EF4-FFF2-40B4-BE49-F238E27FC236}">
                        <a16:creationId xmlns:a16="http://schemas.microsoft.com/office/drawing/2014/main" id="{20D2F087-D77F-4913-922E-014FB9DEE63E}"/>
                      </a:ext>
                    </a:extLst>
                  </p:cNvPr>
                  <p:cNvSpPr/>
                  <p:nvPr userDrawn="1"/>
                </p:nvSpPr>
                <p:spPr>
                  <a:xfrm>
                    <a:off x="5799908" y="7584771"/>
                    <a:ext cx="1005840" cy="10058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66" name="Oval 165">
                  <a:extLst>
                    <a:ext uri="{FF2B5EF4-FFF2-40B4-BE49-F238E27FC236}">
                      <a16:creationId xmlns:a16="http://schemas.microsoft.com/office/drawing/2014/main" id="{DD44EC19-A244-4489-9CB8-0361CFBFD02F}"/>
                    </a:ext>
                  </a:extLst>
                </p:cNvPr>
                <p:cNvSpPr/>
                <p:nvPr userDrawn="1"/>
              </p:nvSpPr>
              <p:spPr>
                <a:xfrm>
                  <a:off x="5841984" y="7952850"/>
                  <a:ext cx="868680" cy="8686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67" name="Oval 166">
                  <a:extLst>
                    <a:ext uri="{FF2B5EF4-FFF2-40B4-BE49-F238E27FC236}">
                      <a16:creationId xmlns:a16="http://schemas.microsoft.com/office/drawing/2014/main" id="{C5C029E7-6D6D-4D14-8D8E-E407011AF097}"/>
                    </a:ext>
                  </a:extLst>
                </p:cNvPr>
                <p:cNvSpPr/>
                <p:nvPr userDrawn="1"/>
              </p:nvSpPr>
              <p:spPr>
                <a:xfrm>
                  <a:off x="5910564" y="8021430"/>
                  <a:ext cx="731520" cy="7315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69" name="Oval 168">
                  <a:extLst>
                    <a:ext uri="{FF2B5EF4-FFF2-40B4-BE49-F238E27FC236}">
                      <a16:creationId xmlns:a16="http://schemas.microsoft.com/office/drawing/2014/main" id="{4A74D8A7-ACD3-40A3-918D-46DF99BF9F3E}"/>
                    </a:ext>
                  </a:extLst>
                </p:cNvPr>
                <p:cNvSpPr/>
                <p:nvPr userDrawn="1"/>
              </p:nvSpPr>
              <p:spPr>
                <a:xfrm>
                  <a:off x="5979144" y="8090010"/>
                  <a:ext cx="594360" cy="5943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71" name="Oval 170">
                  <a:extLst>
                    <a:ext uri="{FF2B5EF4-FFF2-40B4-BE49-F238E27FC236}">
                      <a16:creationId xmlns:a16="http://schemas.microsoft.com/office/drawing/2014/main" id="{9C994ED9-5124-452B-986B-4782056BCFB3}"/>
                    </a:ext>
                  </a:extLst>
                </p:cNvPr>
                <p:cNvSpPr/>
                <p:nvPr userDrawn="1"/>
              </p:nvSpPr>
              <p:spPr>
                <a:xfrm>
                  <a:off x="6047724" y="8158590"/>
                  <a:ext cx="457200" cy="4572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72" name="Oval 171">
                  <a:extLst>
                    <a:ext uri="{FF2B5EF4-FFF2-40B4-BE49-F238E27FC236}">
                      <a16:creationId xmlns:a16="http://schemas.microsoft.com/office/drawing/2014/main" id="{8ADCBFB4-9F0A-40FB-A585-2728254E0A7C}"/>
                    </a:ext>
                  </a:extLst>
                </p:cNvPr>
                <p:cNvSpPr/>
                <p:nvPr userDrawn="1"/>
              </p:nvSpPr>
              <p:spPr>
                <a:xfrm>
                  <a:off x="6116304" y="8227170"/>
                  <a:ext cx="320040" cy="3200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64" name="Oval 163">
                <a:extLst>
                  <a:ext uri="{FF2B5EF4-FFF2-40B4-BE49-F238E27FC236}">
                    <a16:creationId xmlns:a16="http://schemas.microsoft.com/office/drawing/2014/main" id="{42E049E2-81A6-45F8-BA9F-DEA21400B1AD}"/>
                  </a:ext>
                </a:extLst>
              </p:cNvPr>
              <p:cNvSpPr/>
              <p:nvPr userDrawn="1"/>
            </p:nvSpPr>
            <p:spPr>
              <a:xfrm>
                <a:off x="6184884" y="8295750"/>
                <a:ext cx="182880" cy="1828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7" name="Freeform: Shape 66">
              <a:extLst>
                <a:ext uri="{FF2B5EF4-FFF2-40B4-BE49-F238E27FC236}">
                  <a16:creationId xmlns:a16="http://schemas.microsoft.com/office/drawing/2014/main" id="{75F20D6C-6085-4D3F-9186-6895908C97B9}"/>
                </a:ext>
              </a:extLst>
            </p:cNvPr>
            <p:cNvSpPr/>
            <p:nvPr userDrawn="1"/>
          </p:nvSpPr>
          <p:spPr>
            <a:xfrm rot="16200000">
              <a:off x="506891" y="5335524"/>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1" name="Rectangle 70">
              <a:extLst>
                <a:ext uri="{FF2B5EF4-FFF2-40B4-BE49-F238E27FC236}">
                  <a16:creationId xmlns:a16="http://schemas.microsoft.com/office/drawing/2014/main" id="{BC56BE23-DE49-4D55-A6A0-DFE2A870120D}"/>
                </a:ext>
              </a:extLst>
            </p:cNvPr>
            <p:cNvSpPr/>
            <p:nvPr userDrawn="1"/>
          </p:nvSpPr>
          <p:spPr>
            <a:xfrm>
              <a:off x="2028658" y="6089528"/>
              <a:ext cx="2049251" cy="768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Oval 74">
              <a:extLst>
                <a:ext uri="{FF2B5EF4-FFF2-40B4-BE49-F238E27FC236}">
                  <a16:creationId xmlns:a16="http://schemas.microsoft.com/office/drawing/2014/main" id="{BCF3BD55-FF25-4CA9-8016-81AEB8AA43E8}"/>
                </a:ext>
              </a:extLst>
            </p:cNvPr>
            <p:cNvSpPr/>
            <p:nvPr userDrawn="1"/>
          </p:nvSpPr>
          <p:spPr>
            <a:xfrm>
              <a:off x="3838078" y="1859479"/>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7" name="Straight Connector 76">
              <a:extLst>
                <a:ext uri="{FF2B5EF4-FFF2-40B4-BE49-F238E27FC236}">
                  <a16:creationId xmlns:a16="http://schemas.microsoft.com/office/drawing/2014/main" id="{DE09EA6C-7AC2-47BE-95B8-4D3412867BA5}"/>
                </a:ext>
              </a:extLst>
            </p:cNvPr>
            <p:cNvCxnSpPr>
              <a:cxnSpLocks/>
            </p:cNvCxnSpPr>
            <p:nvPr userDrawn="1"/>
          </p:nvCxnSpPr>
          <p:spPr>
            <a:xfrm flipV="1">
              <a:off x="0" y="1990665"/>
              <a:ext cx="4023360" cy="33894"/>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974771" y="576943"/>
            <a:ext cx="6449786" cy="2785508"/>
          </a:xfrm>
        </p:spPr>
        <p:txBody>
          <a:bodyPr anchor="b">
            <a:normAutofit/>
          </a:bodyPr>
          <a:lstStyle>
            <a:lvl1pPr algn="l">
              <a:defRPr sz="48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EB00591F-8CE8-B626-C81A-6C960B2BAECA}"/>
              </a:ext>
            </a:extLst>
          </p:cNvPr>
          <p:cNvSpPr>
            <a:spLocks noGrp="1"/>
          </p:cNvSpPr>
          <p:nvPr>
            <p:ph type="subTitle" idx="1" hasCustomPrompt="1"/>
          </p:nvPr>
        </p:nvSpPr>
        <p:spPr>
          <a:xfrm>
            <a:off x="4974772" y="3373686"/>
            <a:ext cx="6449785" cy="1029586"/>
          </a:xfrm>
        </p:spPr>
        <p:txBody>
          <a:bodyPr>
            <a:normAutofit/>
          </a:bodyPr>
          <a:lstStyle>
            <a:lvl1pPr marL="0" indent="0" algn="l">
              <a:lnSpc>
                <a:spcPct val="150000"/>
              </a:lnSpc>
              <a:spcBef>
                <a:spcPts val="0"/>
              </a:spcBef>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92" name="Date Placeholder 3">
            <a:extLst>
              <a:ext uri="{FF2B5EF4-FFF2-40B4-BE49-F238E27FC236}">
                <a16:creationId xmlns:a16="http://schemas.microsoft.com/office/drawing/2014/main" id="{2837477B-3D20-4982-86AF-91100FE408D3}"/>
              </a:ext>
            </a:extLst>
          </p:cNvPr>
          <p:cNvSpPr>
            <a:spLocks noGrp="1"/>
          </p:cNvSpPr>
          <p:nvPr>
            <p:ph type="dt" sz="half" idx="10"/>
          </p:nvPr>
        </p:nvSpPr>
        <p:spPr>
          <a:xfrm>
            <a:off x="7519821" y="6353175"/>
            <a:ext cx="1097280" cy="365125"/>
          </a:xfrm>
        </p:spPr>
        <p:txBody>
          <a:bodyPr/>
          <a:lstStyle>
            <a:lvl1pPr>
              <a:defRPr>
                <a:solidFill>
                  <a:schemeClr val="bg1"/>
                </a:solidFill>
              </a:defRPr>
            </a:lvl1pPr>
          </a:lstStyle>
          <a:p>
            <a:r>
              <a:rPr lang="en-US"/>
              <a:t>12/11/2023</a:t>
            </a:r>
            <a:endParaRPr lang="en-US" dirty="0"/>
          </a:p>
        </p:txBody>
      </p:sp>
      <p:sp>
        <p:nvSpPr>
          <p:cNvPr id="193" name="Footer Placeholder 4">
            <a:extLst>
              <a:ext uri="{FF2B5EF4-FFF2-40B4-BE49-F238E27FC236}">
                <a16:creationId xmlns:a16="http://schemas.microsoft.com/office/drawing/2014/main" id="{B6E38A1E-AF37-4A09-9B69-65397A079362}"/>
              </a:ext>
            </a:extLst>
          </p:cNvPr>
          <p:cNvSpPr>
            <a:spLocks noGrp="1"/>
          </p:cNvSpPr>
          <p:nvPr>
            <p:ph type="ftr" sz="quarter" idx="11"/>
          </p:nvPr>
        </p:nvSpPr>
        <p:spPr>
          <a:xfrm>
            <a:off x="8727198" y="6350000"/>
            <a:ext cx="2286000" cy="365125"/>
          </a:xfrm>
        </p:spPr>
        <p:txBody>
          <a:bodyPr/>
          <a:lstStyle>
            <a:lvl1pPr>
              <a:defRPr>
                <a:solidFill>
                  <a:schemeClr val="bg1"/>
                </a:solidFill>
              </a:defRPr>
            </a:lvl1pPr>
          </a:lstStyle>
          <a:p>
            <a:r>
              <a:rPr lang="en-US"/>
              <a:t>Presentation title</a:t>
            </a:r>
            <a:endParaRPr lang="en-US" dirty="0"/>
          </a:p>
        </p:txBody>
      </p:sp>
      <p:sp>
        <p:nvSpPr>
          <p:cNvPr id="194" name="Slide Number Placeholder 5">
            <a:extLst>
              <a:ext uri="{FF2B5EF4-FFF2-40B4-BE49-F238E27FC236}">
                <a16:creationId xmlns:a16="http://schemas.microsoft.com/office/drawing/2014/main" id="{FB77B535-C760-4E32-8A7E-BF9AD08BBC39}"/>
              </a:ext>
            </a:extLst>
          </p:cNvPr>
          <p:cNvSpPr>
            <a:spLocks noGrp="1"/>
          </p:cNvSpPr>
          <p:nvPr>
            <p:ph type="sldNum" sz="quarter" idx="12"/>
          </p:nvPr>
        </p:nvSpPr>
        <p:spPr>
          <a:xfrm>
            <a:off x="11123295" y="6352847"/>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64770521"/>
      </p:ext>
    </p:extLst>
  </p:cSld>
  <p:clrMapOvr>
    <a:masterClrMapping/>
  </p:clrMapOvr>
  <p:extLst>
    <p:ext uri="{DCECCB84-F9BA-43D5-87BE-67443E8EF086}">
      <p15:sldGuideLst xmlns:p15="http://schemas.microsoft.com/office/powerpoint/2012/main">
        <p15:guide id="1" orient="horz" pos="1080">
          <p15:clr>
            <a:srgbClr val="FBAE40"/>
          </p15:clr>
        </p15:guide>
        <p15:guide id="2" orient="horz" pos="2160">
          <p15:clr>
            <a:srgbClr val="FBAE40"/>
          </p15:clr>
        </p15:guide>
        <p15:guide id="3" orient="horz" pos="3240">
          <p15:clr>
            <a:srgbClr val="FBAE40"/>
          </p15:clr>
        </p15:guide>
        <p15:guide id="4" orient="horz" pos="225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accent6">
            <a:lumMod val="60000"/>
            <a:lumOff val="40000"/>
          </a:schemeClr>
        </a:solidFill>
        <a:effectLst/>
      </p:bgPr>
    </p:bg>
    <p:spTree>
      <p:nvGrpSpPr>
        <p:cNvPr id="1" name=""/>
        <p:cNvGrpSpPr/>
        <p:nvPr/>
      </p:nvGrpSpPr>
      <p:grpSpPr>
        <a:xfrm>
          <a:off x="0" y="0"/>
          <a:ext cx="0" cy="0"/>
          <a:chOff x="0" y="0"/>
          <a:chExt cx="0" cy="0"/>
        </a:xfrm>
      </p:grpSpPr>
      <p:pic>
        <p:nvPicPr>
          <p:cNvPr id="26" name="Graphic 25">
            <a:extLst>
              <a:ext uri="{FF2B5EF4-FFF2-40B4-BE49-F238E27FC236}">
                <a16:creationId xmlns:a16="http://schemas.microsoft.com/office/drawing/2014/main" id="{E1BC9BFE-80C0-4DA9-92DB-070C41E412B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8097646">
            <a:off x="403102" y="-983359"/>
            <a:ext cx="2029968" cy="2029968"/>
          </a:xfrm>
          <a:prstGeom prst="rect">
            <a:avLst/>
          </a:prstGeom>
        </p:spPr>
      </p:pic>
      <p:sp>
        <p:nvSpPr>
          <p:cNvPr id="8" name="Rectangle 23">
            <a:extLst>
              <a:ext uri="{FF2B5EF4-FFF2-40B4-BE49-F238E27FC236}">
                <a16:creationId xmlns:a16="http://schemas.microsoft.com/office/drawing/2014/main" id="{F5ED01E4-35BF-4165-86B2-E3BDFD91DEE3}"/>
              </a:ext>
              <a:ext uri="{C183D7F6-B498-43B3-948B-1728B52AA6E4}">
                <adec:decorative xmlns:adec="http://schemas.microsoft.com/office/drawing/2017/decorative" val="1"/>
              </a:ext>
            </a:extLst>
          </p:cNvPr>
          <p:cNvSpPr/>
          <p:nvPr userDrawn="1"/>
        </p:nvSpPr>
        <p:spPr>
          <a:xfrm rot="13508190">
            <a:off x="-1025089" y="458228"/>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B7E6DD28-C71B-4484-973A-D12A2773000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8902533">
            <a:off x="407892" y="1900474"/>
            <a:ext cx="2029968" cy="2029968"/>
          </a:xfrm>
          <a:prstGeom prst="rect">
            <a:avLst/>
          </a:prstGeom>
        </p:spPr>
      </p:pic>
      <p:sp>
        <p:nvSpPr>
          <p:cNvPr id="11" name="Rectangle 23">
            <a:extLst>
              <a:ext uri="{FF2B5EF4-FFF2-40B4-BE49-F238E27FC236}">
                <a16:creationId xmlns:a16="http://schemas.microsoft.com/office/drawing/2014/main" id="{AB403917-256D-4254-A12F-F8BD19470C42}"/>
              </a:ext>
              <a:ext uri="{C183D7F6-B498-43B3-948B-1728B52AA6E4}">
                <adec:decorative xmlns:adec="http://schemas.microsoft.com/office/drawing/2017/decorative" val="1"/>
              </a:ext>
            </a:extLst>
          </p:cNvPr>
          <p:cNvSpPr/>
          <p:nvPr userDrawn="1"/>
        </p:nvSpPr>
        <p:spPr>
          <a:xfrm rot="18900000">
            <a:off x="413443" y="1923515"/>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EB06A536-5FCB-4761-9EFF-D54BE44B1FD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8786">
            <a:off x="-1021285" y="3355869"/>
            <a:ext cx="2029968" cy="2029968"/>
          </a:xfrm>
          <a:prstGeom prst="rect">
            <a:avLst/>
          </a:prstGeom>
        </p:spPr>
      </p:pic>
      <p:pic>
        <p:nvPicPr>
          <p:cNvPr id="13" name="Graphic 12">
            <a:extLst>
              <a:ext uri="{FF2B5EF4-FFF2-40B4-BE49-F238E27FC236}">
                <a16:creationId xmlns:a16="http://schemas.microsoft.com/office/drawing/2014/main" id="{3B73C61F-3D48-4791-8280-D98D2C01E0C1}"/>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rot="13489227">
            <a:off x="1859807" y="3357927"/>
            <a:ext cx="2029968" cy="2029968"/>
          </a:xfrm>
          <a:prstGeom prst="rect">
            <a:avLst/>
          </a:prstGeom>
        </p:spPr>
      </p:pic>
      <p:grpSp>
        <p:nvGrpSpPr>
          <p:cNvPr id="21" name="Group 20">
            <a:extLst>
              <a:ext uri="{FF2B5EF4-FFF2-40B4-BE49-F238E27FC236}">
                <a16:creationId xmlns:a16="http://schemas.microsoft.com/office/drawing/2014/main" id="{94213EEF-F759-4045-9F53-49C1B4ECED53}"/>
              </a:ext>
              <a:ext uri="{C183D7F6-B498-43B3-948B-1728B52AA6E4}">
                <adec:decorative xmlns:adec="http://schemas.microsoft.com/office/drawing/2017/decorative" val="1"/>
              </a:ext>
            </a:extLst>
          </p:cNvPr>
          <p:cNvGrpSpPr/>
          <p:nvPr userDrawn="1"/>
        </p:nvGrpSpPr>
        <p:grpSpPr>
          <a:xfrm>
            <a:off x="-7411" y="5806395"/>
            <a:ext cx="2870810" cy="1000774"/>
            <a:chOff x="-13699" y="5839164"/>
            <a:chExt cx="2862790" cy="1000774"/>
          </a:xfrm>
        </p:grpSpPr>
        <p:sp>
          <p:nvSpPr>
            <p:cNvPr id="91" name="Freeform: Shape 90">
              <a:extLst>
                <a:ext uri="{FF2B5EF4-FFF2-40B4-BE49-F238E27FC236}">
                  <a16:creationId xmlns:a16="http://schemas.microsoft.com/office/drawing/2014/main" id="{2EA4D38A-6ACD-4296-B454-E5BD7EAC7990}"/>
                </a:ext>
              </a:extLst>
            </p:cNvPr>
            <p:cNvSpPr/>
            <p:nvPr userDrawn="1"/>
          </p:nvSpPr>
          <p:spPr>
            <a:xfrm>
              <a:off x="-13699" y="5839164"/>
              <a:ext cx="2862790" cy="28868"/>
            </a:xfrm>
            <a:custGeom>
              <a:avLst/>
              <a:gdLst>
                <a:gd name="connsiteX0" fmla="*/ 0 w 2862790"/>
                <a:gd name="connsiteY0" fmla="*/ 0 h 28868"/>
                <a:gd name="connsiteX1" fmla="*/ 2862790 w 2862790"/>
                <a:gd name="connsiteY1" fmla="*/ 0 h 28868"/>
                <a:gd name="connsiteX2" fmla="*/ 2833921 w 2862790"/>
                <a:gd name="connsiteY2" fmla="*/ 28868 h 28868"/>
                <a:gd name="connsiteX3" fmla="*/ 28868 w 2862790"/>
                <a:gd name="connsiteY3" fmla="*/ 28868 h 28868"/>
                <a:gd name="connsiteX4" fmla="*/ 0 w 286279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2790" h="28868">
                  <a:moveTo>
                    <a:pt x="0" y="0"/>
                  </a:moveTo>
                  <a:lnTo>
                    <a:pt x="2862790" y="0"/>
                  </a:lnTo>
                  <a:lnTo>
                    <a:pt x="2833921"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0" name="Freeform: Shape 89">
              <a:extLst>
                <a:ext uri="{FF2B5EF4-FFF2-40B4-BE49-F238E27FC236}">
                  <a16:creationId xmlns:a16="http://schemas.microsoft.com/office/drawing/2014/main" id="{74E32D04-F635-443B-B642-A509F0473CB5}"/>
                </a:ext>
              </a:extLst>
            </p:cNvPr>
            <p:cNvSpPr/>
            <p:nvPr userDrawn="1"/>
          </p:nvSpPr>
          <p:spPr>
            <a:xfrm>
              <a:off x="47246" y="5900109"/>
              <a:ext cx="2740900" cy="28868"/>
            </a:xfrm>
            <a:custGeom>
              <a:avLst/>
              <a:gdLst>
                <a:gd name="connsiteX0" fmla="*/ 0 w 2740900"/>
                <a:gd name="connsiteY0" fmla="*/ 0 h 28868"/>
                <a:gd name="connsiteX1" fmla="*/ 2740900 w 2740900"/>
                <a:gd name="connsiteY1" fmla="*/ 0 h 28868"/>
                <a:gd name="connsiteX2" fmla="*/ 2712032 w 2740900"/>
                <a:gd name="connsiteY2" fmla="*/ 28868 h 28868"/>
                <a:gd name="connsiteX3" fmla="*/ 28868 w 2740900"/>
                <a:gd name="connsiteY3" fmla="*/ 28868 h 28868"/>
                <a:gd name="connsiteX4" fmla="*/ 0 w 274090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0900" h="28868">
                  <a:moveTo>
                    <a:pt x="0" y="0"/>
                  </a:moveTo>
                  <a:lnTo>
                    <a:pt x="2740900" y="0"/>
                  </a:lnTo>
                  <a:lnTo>
                    <a:pt x="2712032"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9" name="Freeform: Shape 88">
              <a:extLst>
                <a:ext uri="{FF2B5EF4-FFF2-40B4-BE49-F238E27FC236}">
                  <a16:creationId xmlns:a16="http://schemas.microsoft.com/office/drawing/2014/main" id="{C95F7659-0C0B-4798-8392-E6B36B62DEA4}"/>
                </a:ext>
              </a:extLst>
            </p:cNvPr>
            <p:cNvSpPr/>
            <p:nvPr userDrawn="1"/>
          </p:nvSpPr>
          <p:spPr>
            <a:xfrm>
              <a:off x="108992" y="5960251"/>
              <a:ext cx="2619012" cy="29671"/>
            </a:xfrm>
            <a:custGeom>
              <a:avLst/>
              <a:gdLst>
                <a:gd name="connsiteX0" fmla="*/ 0 w 2619012"/>
                <a:gd name="connsiteY0" fmla="*/ 0 h 29671"/>
                <a:gd name="connsiteX1" fmla="*/ 2619012 w 2619012"/>
                <a:gd name="connsiteY1" fmla="*/ 0 h 29671"/>
                <a:gd name="connsiteX2" fmla="*/ 2590143 w 2619012"/>
                <a:gd name="connsiteY2" fmla="*/ 28868 h 29671"/>
                <a:gd name="connsiteX3" fmla="*/ 28067 w 2619012"/>
                <a:gd name="connsiteY3" fmla="*/ 29671 h 29671"/>
                <a:gd name="connsiteX4" fmla="*/ 28869 w 2619012"/>
                <a:gd name="connsiteY4" fmla="*/ 28869 h 29671"/>
                <a:gd name="connsiteX5" fmla="*/ 0 w 2619012"/>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012" h="29671">
                  <a:moveTo>
                    <a:pt x="0" y="0"/>
                  </a:moveTo>
                  <a:lnTo>
                    <a:pt x="2619012" y="0"/>
                  </a:lnTo>
                  <a:lnTo>
                    <a:pt x="2590143" y="28868"/>
                  </a:lnTo>
                  <a:lnTo>
                    <a:pt x="28067" y="29671"/>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8" name="Freeform: Shape 87">
              <a:extLst>
                <a:ext uri="{FF2B5EF4-FFF2-40B4-BE49-F238E27FC236}">
                  <a16:creationId xmlns:a16="http://schemas.microsoft.com/office/drawing/2014/main" id="{ABB69ABA-A9D2-4649-A1AB-E12AA2D2C8E7}"/>
                </a:ext>
              </a:extLst>
            </p:cNvPr>
            <p:cNvSpPr/>
            <p:nvPr userDrawn="1"/>
          </p:nvSpPr>
          <p:spPr>
            <a:xfrm>
              <a:off x="169937" y="6021196"/>
              <a:ext cx="2497122" cy="29670"/>
            </a:xfrm>
            <a:custGeom>
              <a:avLst/>
              <a:gdLst>
                <a:gd name="connsiteX0" fmla="*/ 0 w 2497122"/>
                <a:gd name="connsiteY0" fmla="*/ 0 h 29670"/>
                <a:gd name="connsiteX1" fmla="*/ 2497122 w 2497122"/>
                <a:gd name="connsiteY1" fmla="*/ 0 h 29670"/>
                <a:gd name="connsiteX2" fmla="*/ 2468254 w 2497122"/>
                <a:gd name="connsiteY2" fmla="*/ 28868 h 29670"/>
                <a:gd name="connsiteX3" fmla="*/ 28066 w 2497122"/>
                <a:gd name="connsiteY3" fmla="*/ 29670 h 29670"/>
                <a:gd name="connsiteX4" fmla="*/ 28868 w 2497122"/>
                <a:gd name="connsiteY4" fmla="*/ 28868 h 29670"/>
                <a:gd name="connsiteX5" fmla="*/ 0 w 2497122"/>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97122" h="29670">
                  <a:moveTo>
                    <a:pt x="0" y="0"/>
                  </a:moveTo>
                  <a:lnTo>
                    <a:pt x="2497122" y="0"/>
                  </a:lnTo>
                  <a:lnTo>
                    <a:pt x="2468254"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7" name="Freeform: Shape 86">
              <a:extLst>
                <a:ext uri="{FF2B5EF4-FFF2-40B4-BE49-F238E27FC236}">
                  <a16:creationId xmlns:a16="http://schemas.microsoft.com/office/drawing/2014/main" id="{8B88CE23-E34F-470C-8C56-46C08322365F}"/>
                </a:ext>
              </a:extLst>
            </p:cNvPr>
            <p:cNvSpPr/>
            <p:nvPr userDrawn="1"/>
          </p:nvSpPr>
          <p:spPr>
            <a:xfrm>
              <a:off x="229279" y="6082140"/>
              <a:ext cx="2376837" cy="28869"/>
            </a:xfrm>
            <a:custGeom>
              <a:avLst/>
              <a:gdLst>
                <a:gd name="connsiteX0" fmla="*/ 0 w 2376837"/>
                <a:gd name="connsiteY0" fmla="*/ 0 h 28869"/>
                <a:gd name="connsiteX1" fmla="*/ 2376837 w 2376837"/>
                <a:gd name="connsiteY1" fmla="*/ 0 h 28869"/>
                <a:gd name="connsiteX2" fmla="*/ 2347968 w 2376837"/>
                <a:gd name="connsiteY2" fmla="*/ 28868 h 28869"/>
                <a:gd name="connsiteX3" fmla="*/ 28868 w 2376837"/>
                <a:gd name="connsiteY3" fmla="*/ 28869 h 28869"/>
                <a:gd name="connsiteX4" fmla="*/ 0 w 2376837"/>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837" h="28869">
                  <a:moveTo>
                    <a:pt x="0" y="0"/>
                  </a:moveTo>
                  <a:lnTo>
                    <a:pt x="2376837" y="0"/>
                  </a:lnTo>
                  <a:lnTo>
                    <a:pt x="2347968"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6" name="Freeform: Shape 85">
              <a:extLst>
                <a:ext uri="{FF2B5EF4-FFF2-40B4-BE49-F238E27FC236}">
                  <a16:creationId xmlns:a16="http://schemas.microsoft.com/office/drawing/2014/main" id="{75BCEDE2-961E-42E0-AF9C-3D070C974007}"/>
                </a:ext>
              </a:extLst>
            </p:cNvPr>
            <p:cNvSpPr/>
            <p:nvPr userDrawn="1"/>
          </p:nvSpPr>
          <p:spPr>
            <a:xfrm>
              <a:off x="290222" y="6143085"/>
              <a:ext cx="2254948" cy="28868"/>
            </a:xfrm>
            <a:custGeom>
              <a:avLst/>
              <a:gdLst>
                <a:gd name="connsiteX0" fmla="*/ 0 w 2254948"/>
                <a:gd name="connsiteY0" fmla="*/ 0 h 28868"/>
                <a:gd name="connsiteX1" fmla="*/ 2254948 w 2254948"/>
                <a:gd name="connsiteY1" fmla="*/ 0 h 28868"/>
                <a:gd name="connsiteX2" fmla="*/ 2226080 w 2254948"/>
                <a:gd name="connsiteY2" fmla="*/ 28868 h 28868"/>
                <a:gd name="connsiteX3" fmla="*/ 28868 w 2254948"/>
                <a:gd name="connsiteY3" fmla="*/ 28868 h 28868"/>
                <a:gd name="connsiteX4" fmla="*/ 0 w 2254948"/>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948" h="28868">
                  <a:moveTo>
                    <a:pt x="0" y="0"/>
                  </a:moveTo>
                  <a:lnTo>
                    <a:pt x="2254948" y="0"/>
                  </a:lnTo>
                  <a:lnTo>
                    <a:pt x="2226080"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5" name="Freeform: Shape 84">
              <a:extLst>
                <a:ext uri="{FF2B5EF4-FFF2-40B4-BE49-F238E27FC236}">
                  <a16:creationId xmlns:a16="http://schemas.microsoft.com/office/drawing/2014/main" id="{FB930397-7A2A-4C50-9EC9-7E3107D065D2}"/>
                </a:ext>
              </a:extLst>
            </p:cNvPr>
            <p:cNvSpPr/>
            <p:nvPr userDrawn="1"/>
          </p:nvSpPr>
          <p:spPr>
            <a:xfrm>
              <a:off x="351970" y="6203227"/>
              <a:ext cx="2133059" cy="29671"/>
            </a:xfrm>
            <a:custGeom>
              <a:avLst/>
              <a:gdLst>
                <a:gd name="connsiteX0" fmla="*/ 2133059 w 2133059"/>
                <a:gd name="connsiteY0" fmla="*/ 0 h 29671"/>
                <a:gd name="connsiteX1" fmla="*/ 2104190 w 2133059"/>
                <a:gd name="connsiteY1" fmla="*/ 28869 h 29671"/>
                <a:gd name="connsiteX2" fmla="*/ 28066 w 2133059"/>
                <a:gd name="connsiteY2" fmla="*/ 29671 h 29671"/>
                <a:gd name="connsiteX3" fmla="*/ 28868 w 2133059"/>
                <a:gd name="connsiteY3" fmla="*/ 28869 h 29671"/>
                <a:gd name="connsiteX4" fmla="*/ 0 w 2133059"/>
                <a:gd name="connsiteY4" fmla="*/ 1 h 29671"/>
                <a:gd name="connsiteX5" fmla="*/ 2133059 w 2133059"/>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3059" h="29671">
                  <a:moveTo>
                    <a:pt x="2133059" y="0"/>
                  </a:moveTo>
                  <a:lnTo>
                    <a:pt x="2104190" y="28869"/>
                  </a:lnTo>
                  <a:lnTo>
                    <a:pt x="28066" y="29671"/>
                  </a:lnTo>
                  <a:lnTo>
                    <a:pt x="28868" y="28869"/>
                  </a:lnTo>
                  <a:lnTo>
                    <a:pt x="0" y="1"/>
                  </a:lnTo>
                  <a:lnTo>
                    <a:pt x="2133059"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4" name="Freeform: Shape 83">
              <a:extLst>
                <a:ext uri="{FF2B5EF4-FFF2-40B4-BE49-F238E27FC236}">
                  <a16:creationId xmlns:a16="http://schemas.microsoft.com/office/drawing/2014/main" id="{8CA98174-D81B-4241-92F9-D0D2028FFEA9}"/>
                </a:ext>
              </a:extLst>
            </p:cNvPr>
            <p:cNvSpPr/>
            <p:nvPr userDrawn="1"/>
          </p:nvSpPr>
          <p:spPr>
            <a:xfrm>
              <a:off x="411310" y="6264172"/>
              <a:ext cx="2012774" cy="28868"/>
            </a:xfrm>
            <a:custGeom>
              <a:avLst/>
              <a:gdLst>
                <a:gd name="connsiteX0" fmla="*/ 0 w 2012774"/>
                <a:gd name="connsiteY0" fmla="*/ 0 h 28868"/>
                <a:gd name="connsiteX1" fmla="*/ 2012774 w 2012774"/>
                <a:gd name="connsiteY1" fmla="*/ 0 h 28868"/>
                <a:gd name="connsiteX2" fmla="*/ 1983905 w 2012774"/>
                <a:gd name="connsiteY2" fmla="*/ 28868 h 28868"/>
                <a:gd name="connsiteX3" fmla="*/ 28868 w 2012774"/>
                <a:gd name="connsiteY3" fmla="*/ 28868 h 28868"/>
                <a:gd name="connsiteX4" fmla="*/ 0 w 201277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774" h="28868">
                  <a:moveTo>
                    <a:pt x="0" y="0"/>
                  </a:moveTo>
                  <a:lnTo>
                    <a:pt x="2012774" y="0"/>
                  </a:lnTo>
                  <a:lnTo>
                    <a:pt x="1983905"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3" name="Freeform: Shape 82">
              <a:extLst>
                <a:ext uri="{FF2B5EF4-FFF2-40B4-BE49-F238E27FC236}">
                  <a16:creationId xmlns:a16="http://schemas.microsoft.com/office/drawing/2014/main" id="{E4CE4FB8-5E60-4288-B2FA-CF9316ED449F}"/>
                </a:ext>
              </a:extLst>
            </p:cNvPr>
            <p:cNvSpPr/>
            <p:nvPr userDrawn="1"/>
          </p:nvSpPr>
          <p:spPr>
            <a:xfrm>
              <a:off x="472255" y="6325117"/>
              <a:ext cx="1890884" cy="28868"/>
            </a:xfrm>
            <a:custGeom>
              <a:avLst/>
              <a:gdLst>
                <a:gd name="connsiteX0" fmla="*/ 0 w 1890884"/>
                <a:gd name="connsiteY0" fmla="*/ 0 h 28868"/>
                <a:gd name="connsiteX1" fmla="*/ 1890884 w 1890884"/>
                <a:gd name="connsiteY1" fmla="*/ 0 h 28868"/>
                <a:gd name="connsiteX2" fmla="*/ 1862016 w 1890884"/>
                <a:gd name="connsiteY2" fmla="*/ 28868 h 28868"/>
                <a:gd name="connsiteX3" fmla="*/ 28868 w 1890884"/>
                <a:gd name="connsiteY3" fmla="*/ 28868 h 28868"/>
                <a:gd name="connsiteX4" fmla="*/ 0 w 189088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884" h="28868">
                  <a:moveTo>
                    <a:pt x="0" y="0"/>
                  </a:moveTo>
                  <a:lnTo>
                    <a:pt x="1890884" y="0"/>
                  </a:lnTo>
                  <a:lnTo>
                    <a:pt x="1862016"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2" name="Freeform: Shape 81">
              <a:extLst>
                <a:ext uri="{FF2B5EF4-FFF2-40B4-BE49-F238E27FC236}">
                  <a16:creationId xmlns:a16="http://schemas.microsoft.com/office/drawing/2014/main" id="{6F69FE5C-0AF0-42F6-A721-9E2244C967AA}"/>
                </a:ext>
              </a:extLst>
            </p:cNvPr>
            <p:cNvSpPr/>
            <p:nvPr userDrawn="1"/>
          </p:nvSpPr>
          <p:spPr>
            <a:xfrm>
              <a:off x="533199" y="6386061"/>
              <a:ext cx="1768996" cy="28869"/>
            </a:xfrm>
            <a:custGeom>
              <a:avLst/>
              <a:gdLst>
                <a:gd name="connsiteX0" fmla="*/ 0 w 1768996"/>
                <a:gd name="connsiteY0" fmla="*/ 0 h 28869"/>
                <a:gd name="connsiteX1" fmla="*/ 1768996 w 1768996"/>
                <a:gd name="connsiteY1" fmla="*/ 0 h 28869"/>
                <a:gd name="connsiteX2" fmla="*/ 1740128 w 1768996"/>
                <a:gd name="connsiteY2" fmla="*/ 28868 h 28869"/>
                <a:gd name="connsiteX3" fmla="*/ 28869 w 1768996"/>
                <a:gd name="connsiteY3" fmla="*/ 28869 h 28869"/>
                <a:gd name="connsiteX4" fmla="*/ 0 w 1768996"/>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96" h="28869">
                  <a:moveTo>
                    <a:pt x="0" y="0"/>
                  </a:moveTo>
                  <a:lnTo>
                    <a:pt x="1768996" y="0"/>
                  </a:lnTo>
                  <a:lnTo>
                    <a:pt x="1740128"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1" name="Freeform: Shape 80">
              <a:extLst>
                <a:ext uri="{FF2B5EF4-FFF2-40B4-BE49-F238E27FC236}">
                  <a16:creationId xmlns:a16="http://schemas.microsoft.com/office/drawing/2014/main" id="{E8311083-D41B-4770-B6A9-AFA83AAF2885}"/>
                </a:ext>
              </a:extLst>
            </p:cNvPr>
            <p:cNvSpPr/>
            <p:nvPr userDrawn="1"/>
          </p:nvSpPr>
          <p:spPr>
            <a:xfrm>
              <a:off x="594946" y="6446204"/>
              <a:ext cx="1647106" cy="29670"/>
            </a:xfrm>
            <a:custGeom>
              <a:avLst/>
              <a:gdLst>
                <a:gd name="connsiteX0" fmla="*/ 0 w 1647106"/>
                <a:gd name="connsiteY0" fmla="*/ 0 h 29670"/>
                <a:gd name="connsiteX1" fmla="*/ 1647106 w 1647106"/>
                <a:gd name="connsiteY1" fmla="*/ 0 h 29670"/>
                <a:gd name="connsiteX2" fmla="*/ 1618238 w 1647106"/>
                <a:gd name="connsiteY2" fmla="*/ 28868 h 29670"/>
                <a:gd name="connsiteX3" fmla="*/ 28066 w 1647106"/>
                <a:gd name="connsiteY3" fmla="*/ 29670 h 29670"/>
                <a:gd name="connsiteX4" fmla="*/ 28868 w 1647106"/>
                <a:gd name="connsiteY4" fmla="*/ 28868 h 29670"/>
                <a:gd name="connsiteX5" fmla="*/ 0 w 1647106"/>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106" h="29670">
                  <a:moveTo>
                    <a:pt x="0" y="0"/>
                  </a:moveTo>
                  <a:lnTo>
                    <a:pt x="1647106" y="0"/>
                  </a:lnTo>
                  <a:lnTo>
                    <a:pt x="1618238"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0" name="Freeform: Shape 79">
              <a:extLst>
                <a:ext uri="{FF2B5EF4-FFF2-40B4-BE49-F238E27FC236}">
                  <a16:creationId xmlns:a16="http://schemas.microsoft.com/office/drawing/2014/main" id="{730A62EE-9416-445D-B0B2-018F008614B8}"/>
                </a:ext>
              </a:extLst>
            </p:cNvPr>
            <p:cNvSpPr/>
            <p:nvPr userDrawn="1"/>
          </p:nvSpPr>
          <p:spPr>
            <a:xfrm>
              <a:off x="654287" y="6507148"/>
              <a:ext cx="1526821" cy="28869"/>
            </a:xfrm>
            <a:custGeom>
              <a:avLst/>
              <a:gdLst>
                <a:gd name="connsiteX0" fmla="*/ 0 w 1526821"/>
                <a:gd name="connsiteY0" fmla="*/ 0 h 28869"/>
                <a:gd name="connsiteX1" fmla="*/ 1526821 w 1526821"/>
                <a:gd name="connsiteY1" fmla="*/ 0 h 28869"/>
                <a:gd name="connsiteX2" fmla="*/ 1497952 w 1526821"/>
                <a:gd name="connsiteY2" fmla="*/ 28868 h 28869"/>
                <a:gd name="connsiteX3" fmla="*/ 28868 w 1526821"/>
                <a:gd name="connsiteY3" fmla="*/ 28869 h 28869"/>
                <a:gd name="connsiteX4" fmla="*/ 0 w 1526821"/>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821" h="28869">
                  <a:moveTo>
                    <a:pt x="0" y="0"/>
                  </a:moveTo>
                  <a:lnTo>
                    <a:pt x="1526821" y="0"/>
                  </a:lnTo>
                  <a:lnTo>
                    <a:pt x="1497952"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9" name="Freeform: Shape 78">
              <a:extLst>
                <a:ext uri="{FF2B5EF4-FFF2-40B4-BE49-F238E27FC236}">
                  <a16:creationId xmlns:a16="http://schemas.microsoft.com/office/drawing/2014/main" id="{4A92E211-EBEF-4E62-97FD-46ECC42436DF}"/>
                </a:ext>
              </a:extLst>
            </p:cNvPr>
            <p:cNvSpPr/>
            <p:nvPr userDrawn="1"/>
          </p:nvSpPr>
          <p:spPr>
            <a:xfrm>
              <a:off x="715231" y="6568093"/>
              <a:ext cx="1404932" cy="28868"/>
            </a:xfrm>
            <a:custGeom>
              <a:avLst/>
              <a:gdLst>
                <a:gd name="connsiteX0" fmla="*/ 0 w 1404932"/>
                <a:gd name="connsiteY0" fmla="*/ 0 h 28868"/>
                <a:gd name="connsiteX1" fmla="*/ 1404932 w 1404932"/>
                <a:gd name="connsiteY1" fmla="*/ 0 h 28868"/>
                <a:gd name="connsiteX2" fmla="*/ 1376064 w 1404932"/>
                <a:gd name="connsiteY2" fmla="*/ 28868 h 28868"/>
                <a:gd name="connsiteX3" fmla="*/ 28868 w 1404932"/>
                <a:gd name="connsiteY3" fmla="*/ 28868 h 28868"/>
                <a:gd name="connsiteX4" fmla="*/ 0 w 1404932"/>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932" h="28868">
                  <a:moveTo>
                    <a:pt x="0" y="0"/>
                  </a:moveTo>
                  <a:lnTo>
                    <a:pt x="1404932" y="0"/>
                  </a:lnTo>
                  <a:lnTo>
                    <a:pt x="1376064"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8" name="Freeform: Shape 77">
              <a:extLst>
                <a:ext uri="{FF2B5EF4-FFF2-40B4-BE49-F238E27FC236}">
                  <a16:creationId xmlns:a16="http://schemas.microsoft.com/office/drawing/2014/main" id="{CC8A63A1-564C-478A-B490-96E1C76014CC}"/>
                </a:ext>
              </a:extLst>
            </p:cNvPr>
            <p:cNvSpPr/>
            <p:nvPr userDrawn="1"/>
          </p:nvSpPr>
          <p:spPr>
            <a:xfrm>
              <a:off x="776977" y="6628235"/>
              <a:ext cx="1283044" cy="29671"/>
            </a:xfrm>
            <a:custGeom>
              <a:avLst/>
              <a:gdLst>
                <a:gd name="connsiteX0" fmla="*/ 1283044 w 1283044"/>
                <a:gd name="connsiteY0" fmla="*/ 0 h 29671"/>
                <a:gd name="connsiteX1" fmla="*/ 1254175 w 1283044"/>
                <a:gd name="connsiteY1" fmla="*/ 28869 h 29671"/>
                <a:gd name="connsiteX2" fmla="*/ 28067 w 1283044"/>
                <a:gd name="connsiteY2" fmla="*/ 29671 h 29671"/>
                <a:gd name="connsiteX3" fmla="*/ 28869 w 1283044"/>
                <a:gd name="connsiteY3" fmla="*/ 28869 h 29671"/>
                <a:gd name="connsiteX4" fmla="*/ 0 w 1283044"/>
                <a:gd name="connsiteY4" fmla="*/ 1 h 29671"/>
                <a:gd name="connsiteX5" fmla="*/ 1283044 w 1283044"/>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3044" h="29671">
                  <a:moveTo>
                    <a:pt x="1283044" y="0"/>
                  </a:moveTo>
                  <a:lnTo>
                    <a:pt x="1254175" y="28869"/>
                  </a:lnTo>
                  <a:lnTo>
                    <a:pt x="28067" y="29671"/>
                  </a:lnTo>
                  <a:lnTo>
                    <a:pt x="28869" y="28869"/>
                  </a:lnTo>
                  <a:lnTo>
                    <a:pt x="0" y="1"/>
                  </a:lnTo>
                  <a:lnTo>
                    <a:pt x="1283044"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7" name="Freeform: Shape 76">
              <a:extLst>
                <a:ext uri="{FF2B5EF4-FFF2-40B4-BE49-F238E27FC236}">
                  <a16:creationId xmlns:a16="http://schemas.microsoft.com/office/drawing/2014/main" id="{4162FC41-462F-4E99-AACA-F5B9C804FB14}"/>
                </a:ext>
              </a:extLst>
            </p:cNvPr>
            <p:cNvSpPr/>
            <p:nvPr userDrawn="1"/>
          </p:nvSpPr>
          <p:spPr>
            <a:xfrm>
              <a:off x="837922" y="6689180"/>
              <a:ext cx="1161154" cy="29670"/>
            </a:xfrm>
            <a:custGeom>
              <a:avLst/>
              <a:gdLst>
                <a:gd name="connsiteX0" fmla="*/ 0 w 1161154"/>
                <a:gd name="connsiteY0" fmla="*/ 0 h 29670"/>
                <a:gd name="connsiteX1" fmla="*/ 1161154 w 1161154"/>
                <a:gd name="connsiteY1" fmla="*/ 0 h 29670"/>
                <a:gd name="connsiteX2" fmla="*/ 1132285 w 1161154"/>
                <a:gd name="connsiteY2" fmla="*/ 28868 h 29670"/>
                <a:gd name="connsiteX3" fmla="*/ 28066 w 1161154"/>
                <a:gd name="connsiteY3" fmla="*/ 29670 h 29670"/>
                <a:gd name="connsiteX4" fmla="*/ 28868 w 1161154"/>
                <a:gd name="connsiteY4" fmla="*/ 28868 h 29670"/>
                <a:gd name="connsiteX5" fmla="*/ 0 w 1161154"/>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154" h="29670">
                  <a:moveTo>
                    <a:pt x="0" y="0"/>
                  </a:moveTo>
                  <a:lnTo>
                    <a:pt x="1161154" y="0"/>
                  </a:lnTo>
                  <a:lnTo>
                    <a:pt x="1132285"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6" name="Freeform: Shape 75">
              <a:extLst>
                <a:ext uri="{FF2B5EF4-FFF2-40B4-BE49-F238E27FC236}">
                  <a16:creationId xmlns:a16="http://schemas.microsoft.com/office/drawing/2014/main" id="{1F9B61AC-B03D-4064-9DE6-9818F53F333C}"/>
                </a:ext>
              </a:extLst>
            </p:cNvPr>
            <p:cNvSpPr/>
            <p:nvPr userDrawn="1"/>
          </p:nvSpPr>
          <p:spPr>
            <a:xfrm>
              <a:off x="897263" y="6750124"/>
              <a:ext cx="1040868" cy="28869"/>
            </a:xfrm>
            <a:custGeom>
              <a:avLst/>
              <a:gdLst>
                <a:gd name="connsiteX0" fmla="*/ 0 w 1040868"/>
                <a:gd name="connsiteY0" fmla="*/ 0 h 28869"/>
                <a:gd name="connsiteX1" fmla="*/ 1040868 w 1040868"/>
                <a:gd name="connsiteY1" fmla="*/ 0 h 28869"/>
                <a:gd name="connsiteX2" fmla="*/ 1012000 w 1040868"/>
                <a:gd name="connsiteY2" fmla="*/ 28869 h 28869"/>
                <a:gd name="connsiteX3" fmla="*/ 28868 w 1040868"/>
                <a:gd name="connsiteY3" fmla="*/ 28869 h 28869"/>
                <a:gd name="connsiteX4" fmla="*/ 0 w 1040868"/>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868" h="28869">
                  <a:moveTo>
                    <a:pt x="0" y="0"/>
                  </a:moveTo>
                  <a:lnTo>
                    <a:pt x="1040868" y="0"/>
                  </a:lnTo>
                  <a:lnTo>
                    <a:pt x="1012000" y="28869"/>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3" name="Freeform: Shape 72">
              <a:extLst>
                <a:ext uri="{FF2B5EF4-FFF2-40B4-BE49-F238E27FC236}">
                  <a16:creationId xmlns:a16="http://schemas.microsoft.com/office/drawing/2014/main" id="{C104BA00-790F-438D-AC93-117E23CF2099}"/>
                </a:ext>
              </a:extLst>
            </p:cNvPr>
            <p:cNvSpPr/>
            <p:nvPr userDrawn="1"/>
          </p:nvSpPr>
          <p:spPr>
            <a:xfrm>
              <a:off x="958207" y="6811069"/>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01" name="Freeform: Shape 100">
            <a:extLst>
              <a:ext uri="{FF2B5EF4-FFF2-40B4-BE49-F238E27FC236}">
                <a16:creationId xmlns:a16="http://schemas.microsoft.com/office/drawing/2014/main" id="{788A3CD7-1915-41CF-9FB5-E6FEDCA8F19C}"/>
              </a:ext>
              <a:ext uri="{C183D7F6-B498-43B3-948B-1728B52AA6E4}">
                <adec:decorative xmlns:adec="http://schemas.microsoft.com/office/drawing/2017/decorative" val="1"/>
              </a:ext>
            </a:extLst>
          </p:cNvPr>
          <p:cNvSpPr/>
          <p:nvPr userDrawn="1"/>
        </p:nvSpPr>
        <p:spPr>
          <a:xfrm>
            <a:off x="1793659" y="5801762"/>
            <a:ext cx="1075475" cy="1058335"/>
          </a:xfrm>
          <a:custGeom>
            <a:avLst/>
            <a:gdLst>
              <a:gd name="connsiteX0" fmla="*/ 1062720 w 1062720"/>
              <a:gd name="connsiteY0" fmla="*/ 0 h 1062720"/>
              <a:gd name="connsiteX1" fmla="*/ 1062720 w 1062720"/>
              <a:gd name="connsiteY1" fmla="*/ 1062720 h 1062720"/>
              <a:gd name="connsiteX2" fmla="*/ 0 w 1062720"/>
              <a:gd name="connsiteY2" fmla="*/ 1062720 h 1062720"/>
              <a:gd name="connsiteX3" fmla="*/ 1062720 w 1062720"/>
              <a:gd name="connsiteY3" fmla="*/ 0 h 1062720"/>
            </a:gdLst>
            <a:ahLst/>
            <a:cxnLst>
              <a:cxn ang="0">
                <a:pos x="connsiteX0" y="connsiteY0"/>
              </a:cxn>
              <a:cxn ang="0">
                <a:pos x="connsiteX1" y="connsiteY1"/>
              </a:cxn>
              <a:cxn ang="0">
                <a:pos x="connsiteX2" y="connsiteY2"/>
              </a:cxn>
              <a:cxn ang="0">
                <a:pos x="connsiteX3" y="connsiteY3"/>
              </a:cxn>
            </a:cxnLst>
            <a:rect l="l" t="t" r="r" b="b"/>
            <a:pathLst>
              <a:path w="1062720" h="1062720">
                <a:moveTo>
                  <a:pt x="1062720" y="0"/>
                </a:moveTo>
                <a:lnTo>
                  <a:pt x="1062720" y="1062720"/>
                </a:lnTo>
                <a:lnTo>
                  <a:pt x="0" y="1062720"/>
                </a:lnTo>
                <a:lnTo>
                  <a:pt x="106272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3" name="Freeform: Shape 162">
            <a:extLst>
              <a:ext uri="{FF2B5EF4-FFF2-40B4-BE49-F238E27FC236}">
                <a16:creationId xmlns:a16="http://schemas.microsoft.com/office/drawing/2014/main" id="{FEE07693-1822-40D4-88A4-0F663C787D7E}"/>
              </a:ext>
              <a:ext uri="{C183D7F6-B498-43B3-948B-1728B52AA6E4}">
                <adec:decorative xmlns:adec="http://schemas.microsoft.com/office/drawing/2017/decorative" val="1"/>
              </a:ext>
            </a:extLst>
          </p:cNvPr>
          <p:cNvSpPr/>
          <p:nvPr userDrawn="1"/>
        </p:nvSpPr>
        <p:spPr>
          <a:xfrm>
            <a:off x="1035546" y="6829131"/>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itle 1">
            <a:extLst>
              <a:ext uri="{FF2B5EF4-FFF2-40B4-BE49-F238E27FC236}">
                <a16:creationId xmlns:a16="http://schemas.microsoft.com/office/drawing/2014/main" id="{C8142DAF-BE54-C239-5685-89D55E027E4E}"/>
              </a:ext>
            </a:extLst>
          </p:cNvPr>
          <p:cNvSpPr>
            <a:spLocks noGrp="1"/>
          </p:cNvSpPr>
          <p:nvPr>
            <p:ph type="title" hasCustomPrompt="1"/>
          </p:nvPr>
        </p:nvSpPr>
        <p:spPr>
          <a:xfrm>
            <a:off x="3520440" y="896111"/>
            <a:ext cx="7889768" cy="2039341"/>
          </a:xfrm>
        </p:spPr>
        <p:txBody>
          <a:bodyPr anchor="t" anchorCtr="0"/>
          <a:lstStyle>
            <a:lvl1pPr>
              <a:defRPr cap="all" baseline="0">
                <a:solidFill>
                  <a:schemeClr val="accent1"/>
                </a:solidFill>
              </a:defRPr>
            </a:lvl1pPr>
          </a:lstStyle>
          <a:p>
            <a:r>
              <a:rPr lang="en-US" dirty="0"/>
              <a:t>CLICK TO ADD TITLE</a:t>
            </a:r>
          </a:p>
        </p:txBody>
      </p:sp>
      <p:sp>
        <p:nvSpPr>
          <p:cNvPr id="10" name="Content Placeholder 2">
            <a:extLst>
              <a:ext uri="{FF2B5EF4-FFF2-40B4-BE49-F238E27FC236}">
                <a16:creationId xmlns:a16="http://schemas.microsoft.com/office/drawing/2014/main" id="{5A2EBD71-EB16-773C-A6CB-C6E1259AE70B}"/>
              </a:ext>
            </a:extLst>
          </p:cNvPr>
          <p:cNvSpPr>
            <a:spLocks noGrp="1"/>
          </p:cNvSpPr>
          <p:nvPr>
            <p:ph sz="half" idx="14" hasCustomPrompt="1"/>
          </p:nvPr>
        </p:nvSpPr>
        <p:spPr>
          <a:xfrm>
            <a:off x="3520440" y="3259056"/>
            <a:ext cx="2994660" cy="3006531"/>
          </a:xfrm>
        </p:spPr>
        <p:txBody>
          <a:bodyPr>
            <a:normAutofit/>
          </a:bodyPr>
          <a:lstStyle>
            <a:lvl1pPr marL="285750" indent="-285750">
              <a:lnSpc>
                <a:spcPts val="2000"/>
              </a:lnSpc>
              <a:buFont typeface="Arial" panose="020B0604020202020204" pitchFamily="34" charset="0"/>
              <a:buChar char="•"/>
              <a:defRPr sz="1800"/>
            </a:lvl1pPr>
            <a:lvl2pPr>
              <a:lnSpc>
                <a:spcPts val="2000"/>
              </a:lnSpc>
              <a:defRPr sz="1800"/>
            </a:lvl2pPr>
            <a:lvl3pPr>
              <a:lnSpc>
                <a:spcPts val="2000"/>
              </a:lnSpc>
              <a:defRPr sz="1800"/>
            </a:lvl3pPr>
            <a:lvl4pPr>
              <a:lnSpc>
                <a:spcPts val="2000"/>
              </a:lnSpc>
              <a:defRPr sz="1800"/>
            </a:lvl4pPr>
            <a:lvl5pPr>
              <a:lnSpc>
                <a:spcPts val="2000"/>
              </a:lnSpc>
              <a:defRPr sz="1800"/>
            </a:lvl5pPr>
          </a:lstStyle>
          <a:p>
            <a:pPr lvl="0"/>
            <a:r>
              <a:rPr lang="en-US" dirty="0"/>
              <a:t>Click to add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56944BE1-9937-7EA2-AA56-336B8D5CAADA}"/>
              </a:ext>
            </a:extLst>
          </p:cNvPr>
          <p:cNvSpPr>
            <a:spLocks noGrp="1"/>
          </p:cNvSpPr>
          <p:nvPr>
            <p:ph sz="half" idx="1" hasCustomPrompt="1"/>
          </p:nvPr>
        </p:nvSpPr>
        <p:spPr>
          <a:xfrm>
            <a:off x="6826432" y="3253740"/>
            <a:ext cx="4580088" cy="3006531"/>
          </a:xfrm>
        </p:spPr>
        <p:txBody>
          <a:bodyPr>
            <a:normAutofit/>
          </a:bodyPr>
          <a:lstStyle>
            <a:lvl1pPr marL="0" indent="0">
              <a:lnSpc>
                <a:spcPts val="2000"/>
              </a:lnSpc>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9" name="Date Placeholder 3">
            <a:extLst>
              <a:ext uri="{FF2B5EF4-FFF2-40B4-BE49-F238E27FC236}">
                <a16:creationId xmlns:a16="http://schemas.microsoft.com/office/drawing/2014/main" id="{5A56B3AA-5CA2-4004-8F95-11FD7B895DAE}"/>
              </a:ext>
            </a:extLst>
          </p:cNvPr>
          <p:cNvSpPr>
            <a:spLocks noGrp="1"/>
          </p:cNvSpPr>
          <p:nvPr>
            <p:ph type="dt" sz="half" idx="10"/>
          </p:nvPr>
        </p:nvSpPr>
        <p:spPr>
          <a:xfrm>
            <a:off x="3523723" y="6353175"/>
            <a:ext cx="1097280" cy="365125"/>
          </a:xfrm>
        </p:spPr>
        <p:txBody>
          <a:bodyPr/>
          <a:lstStyle>
            <a:lvl1pPr>
              <a:defRPr>
                <a:solidFill>
                  <a:schemeClr val="tx1">
                    <a:lumMod val="75000"/>
                    <a:lumOff val="25000"/>
                  </a:schemeClr>
                </a:solidFill>
              </a:defRPr>
            </a:lvl1pPr>
          </a:lstStyle>
          <a:p>
            <a:r>
              <a:rPr lang="en-US"/>
              <a:t>12/11/2023</a:t>
            </a:r>
            <a:endParaRPr lang="en-US" dirty="0"/>
          </a:p>
        </p:txBody>
      </p:sp>
      <p:sp>
        <p:nvSpPr>
          <p:cNvPr id="210" name="Footer Placeholder 4">
            <a:extLst>
              <a:ext uri="{FF2B5EF4-FFF2-40B4-BE49-F238E27FC236}">
                <a16:creationId xmlns:a16="http://schemas.microsoft.com/office/drawing/2014/main" id="{07D92F37-472D-4CCB-AA97-FA42E56079C7}"/>
              </a:ext>
            </a:extLst>
          </p:cNvPr>
          <p:cNvSpPr>
            <a:spLocks noGrp="1"/>
          </p:cNvSpPr>
          <p:nvPr>
            <p:ph type="ftr" sz="quarter" idx="11"/>
          </p:nvPr>
        </p:nvSpPr>
        <p:spPr>
          <a:xfrm>
            <a:off x="6642161" y="6350000"/>
            <a:ext cx="2286000" cy="365125"/>
          </a:xfrm>
        </p:spPr>
        <p:txBody>
          <a:bodyPr/>
          <a:lstStyle>
            <a:lvl1pPr>
              <a:defRPr>
                <a:solidFill>
                  <a:schemeClr val="tx1">
                    <a:lumMod val="75000"/>
                    <a:lumOff val="25000"/>
                  </a:schemeClr>
                </a:solidFill>
              </a:defRPr>
            </a:lvl1pPr>
          </a:lstStyle>
          <a:p>
            <a:r>
              <a:rPr lang="en-US"/>
              <a:t>Presentation title</a:t>
            </a:r>
            <a:endParaRPr lang="en-US" dirty="0"/>
          </a:p>
        </p:txBody>
      </p:sp>
      <p:sp>
        <p:nvSpPr>
          <p:cNvPr id="211" name="Slide Number Placeholder 5">
            <a:extLst>
              <a:ext uri="{FF2B5EF4-FFF2-40B4-BE49-F238E27FC236}">
                <a16:creationId xmlns:a16="http://schemas.microsoft.com/office/drawing/2014/main" id="{C0E89FFF-230F-4CBA-A6BC-D887B3FFA51F}"/>
              </a:ext>
            </a:extLst>
          </p:cNvPr>
          <p:cNvSpPr>
            <a:spLocks noGrp="1"/>
          </p:cNvSpPr>
          <p:nvPr>
            <p:ph type="sldNum" sz="quarter" idx="12"/>
          </p:nvPr>
        </p:nvSpPr>
        <p:spPr>
          <a:xfrm>
            <a:off x="10949320"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921514593"/>
      </p:ext>
    </p:extLst>
  </p:cSld>
  <p:clrMapOvr>
    <a:masterClrMapping/>
  </p:clrMapOvr>
  <p:extLst>
    <p:ext uri="{DCECCB84-F9BA-43D5-87BE-67443E8EF086}">
      <p15:sldGuideLst xmlns:p15="http://schemas.microsoft.com/office/powerpoint/2012/main">
        <p15:guide id="1" orient="horz" pos="552">
          <p15:clr>
            <a:srgbClr val="FBAE40"/>
          </p15:clr>
        </p15:guide>
        <p15:guide id="2" pos="7104">
          <p15:clr>
            <a:srgbClr val="FBAE40"/>
          </p15:clr>
        </p15:guide>
        <p15:guide id="3" pos="739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US"/>
              <a:t>12/11/2023</a:t>
            </a:r>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Presentation title</a:t>
            </a:r>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883942579"/>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 id="2147483744" r:id="rId18"/>
    <p:sldLayoutId id="2147483745" r:id="rId19"/>
    <p:sldLayoutId id="2147483746" r:id="rId20"/>
    <p:sldLayoutId id="2147483747" r:id="rId21"/>
    <p:sldLayoutId id="2147483748" r:id="rId22"/>
    <p:sldLayoutId id="2147483749" r:id="rId23"/>
    <p:sldLayoutId id="2147483750" r:id="rId24"/>
    <p:sldLayoutId id="2147483751" r:id="rId25"/>
    <p:sldLayoutId id="2147483700" r:id="rId26"/>
    <p:sldLayoutId id="2147483681" r:id="rId27"/>
    <p:sldLayoutId id="2147483691" r:id="rId28"/>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title"/>
          </p:nvPr>
        </p:nvSpPr>
        <p:spPr>
          <a:xfrm>
            <a:off x="1797666" y="215565"/>
            <a:ext cx="8596668" cy="1320800"/>
          </a:xfrm>
        </p:spPr>
        <p:txBody>
          <a:bodyPr>
            <a:normAutofit fontScale="90000"/>
          </a:bodyPr>
          <a:lstStyle/>
          <a:p>
            <a:r>
              <a:rPr lang="en-US" sz="3200" dirty="0">
                <a:solidFill>
                  <a:schemeClr val="accent3">
                    <a:lumMod val="75000"/>
                  </a:schemeClr>
                </a:solidFill>
              </a:rPr>
              <a:t>CSC4630 Course PROJECT.</a:t>
            </a:r>
            <a:br>
              <a:rPr lang="en-US" sz="3200" dirty="0">
                <a:solidFill>
                  <a:schemeClr val="accent3">
                    <a:lumMod val="75000"/>
                  </a:schemeClr>
                </a:solidFill>
              </a:rPr>
            </a:br>
            <a:r>
              <a:rPr lang="en-US" sz="3200" dirty="0">
                <a:solidFill>
                  <a:schemeClr val="accent3">
                    <a:lumMod val="75000"/>
                  </a:schemeClr>
                </a:solidFill>
              </a:rPr>
              <a:t>GROUP 31: Supermarket Point of Sale (POS) System Inception PRESENTATION.</a:t>
            </a:r>
            <a:endParaRPr lang="en-US" dirty="0">
              <a:solidFill>
                <a:schemeClr val="accent3">
                  <a:lumMod val="75000"/>
                </a:schemeClr>
              </a:solidFill>
            </a:endParaRPr>
          </a:p>
        </p:txBody>
      </p:sp>
      <p:pic>
        <p:nvPicPr>
          <p:cNvPr id="6" name="Picture 5">
            <a:extLst>
              <a:ext uri="{FF2B5EF4-FFF2-40B4-BE49-F238E27FC236}">
                <a16:creationId xmlns:a16="http://schemas.microsoft.com/office/drawing/2014/main" id="{A7C5D541-33CA-6A9B-A924-275C5023C805}"/>
              </a:ext>
            </a:extLst>
          </p:cNvPr>
          <p:cNvPicPr>
            <a:picLocks noChangeAspect="1"/>
          </p:cNvPicPr>
          <p:nvPr/>
        </p:nvPicPr>
        <p:blipFill>
          <a:blip r:embed="rId3"/>
          <a:stretch>
            <a:fillRect/>
          </a:stretch>
        </p:blipFill>
        <p:spPr>
          <a:xfrm>
            <a:off x="8561164" y="3632535"/>
            <a:ext cx="3009900" cy="3009900"/>
          </a:xfrm>
          <a:prstGeom prst="rect">
            <a:avLst/>
          </a:prstGeom>
        </p:spPr>
      </p:pic>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Lst>
          </p:cNvPr>
          <p:cNvSpPr>
            <a:spLocks noGrp="1"/>
          </p:cNvSpPr>
          <p:nvPr>
            <p:ph type="title"/>
          </p:nvPr>
        </p:nvSpPr>
        <p:spPr>
          <a:xfrm>
            <a:off x="4847544" y="136525"/>
            <a:ext cx="6343650" cy="1238838"/>
          </a:xfrm>
        </p:spPr>
        <p:txBody>
          <a:bodyPr>
            <a:normAutofit/>
          </a:bodyPr>
          <a:lstStyle/>
          <a:p>
            <a:r>
              <a:rPr lang="en-US" sz="6600" dirty="0"/>
              <a:t>Deliverables</a:t>
            </a:r>
            <a:endParaRPr lang="en-ZA" sz="6600" dirty="0"/>
          </a:p>
        </p:txBody>
      </p:sp>
      <p:sp>
        <p:nvSpPr>
          <p:cNvPr id="3" name="Subtitle 2">
            <a:extLst>
              <a:ext uri="{FF2B5EF4-FFF2-40B4-BE49-F238E27FC236}">
                <a16:creationId xmlns:a16="http://schemas.microsoft.com/office/drawing/2014/main" id="{35E3EA69-4E0E-41BD-8095-A124225A2647}"/>
              </a:ext>
            </a:extLst>
          </p:cNvPr>
          <p:cNvSpPr>
            <a:spLocks noGrp="1"/>
          </p:cNvSpPr>
          <p:nvPr>
            <p:ph sz="half" idx="14"/>
          </p:nvPr>
        </p:nvSpPr>
        <p:spPr>
          <a:xfrm>
            <a:off x="4852307" y="1617224"/>
            <a:ext cx="6338887" cy="5240776"/>
          </a:xfrm>
        </p:spPr>
        <p:txBody>
          <a:bodyPr>
            <a:normAutofit/>
          </a:bodyPr>
          <a:lstStyle/>
          <a:p>
            <a:pPr marL="342900" indent="-342900">
              <a:buFont typeface="Wingdings" panose="05000000000000000000" pitchFamily="2" charset="2"/>
              <a:buChar char="Ø"/>
            </a:pPr>
            <a:r>
              <a:rPr lang="en-US" sz="2800" dirty="0">
                <a:solidFill>
                  <a:schemeClr val="tx2">
                    <a:lumMod val="20000"/>
                    <a:lumOff val="80000"/>
                  </a:schemeClr>
                </a:solidFill>
              </a:rPr>
              <a:t>Introduction</a:t>
            </a:r>
          </a:p>
          <a:p>
            <a:pPr marL="342900" indent="-342900">
              <a:buFont typeface="Wingdings" panose="05000000000000000000" pitchFamily="2" charset="2"/>
              <a:buChar char="Ø"/>
            </a:pPr>
            <a:r>
              <a:rPr lang="en-US" sz="2800" dirty="0">
                <a:solidFill>
                  <a:schemeClr val="tx2">
                    <a:lumMod val="20000"/>
                    <a:lumOff val="80000"/>
                  </a:schemeClr>
                </a:solidFill>
              </a:rPr>
              <a:t>Problem statements and Business Objectives</a:t>
            </a:r>
          </a:p>
          <a:p>
            <a:pPr marL="342900" indent="-342900">
              <a:buFont typeface="Wingdings" panose="05000000000000000000" pitchFamily="2" charset="2"/>
              <a:buChar char="Ø"/>
            </a:pPr>
            <a:r>
              <a:rPr lang="en-US" sz="2800" dirty="0">
                <a:solidFill>
                  <a:schemeClr val="tx2">
                    <a:lumMod val="20000"/>
                    <a:lumOff val="80000"/>
                  </a:schemeClr>
                </a:solidFill>
              </a:rPr>
              <a:t>Scope</a:t>
            </a:r>
          </a:p>
          <a:p>
            <a:pPr marL="342900" indent="-342900">
              <a:buFont typeface="Wingdings" panose="05000000000000000000" pitchFamily="2" charset="2"/>
              <a:buChar char="Ø"/>
            </a:pPr>
            <a:r>
              <a:rPr lang="en-US" sz="2800" dirty="0">
                <a:solidFill>
                  <a:schemeClr val="tx2">
                    <a:lumMod val="20000"/>
                    <a:lumOff val="80000"/>
                  </a:schemeClr>
                </a:solidFill>
              </a:rPr>
              <a:t>High-Level Requirements %10 use case</a:t>
            </a:r>
          </a:p>
          <a:p>
            <a:pPr marL="342900" indent="-342900">
              <a:buFont typeface="Wingdings" panose="05000000000000000000" pitchFamily="2" charset="2"/>
              <a:buChar char="Ø"/>
            </a:pPr>
            <a:r>
              <a:rPr lang="en-US" sz="2800" dirty="0">
                <a:solidFill>
                  <a:schemeClr val="tx2">
                    <a:lumMod val="20000"/>
                    <a:lumOff val="80000"/>
                  </a:schemeClr>
                </a:solidFill>
              </a:rPr>
              <a:t>Risk List and Feasibility study</a:t>
            </a:r>
          </a:p>
          <a:p>
            <a:pPr marL="342900" indent="-342900">
              <a:buFont typeface="Wingdings" panose="05000000000000000000" pitchFamily="2" charset="2"/>
              <a:buChar char="Ø"/>
            </a:pPr>
            <a:r>
              <a:rPr lang="en-US" sz="2800" dirty="0">
                <a:solidFill>
                  <a:schemeClr val="tx2">
                    <a:lumMod val="20000"/>
                    <a:lumOff val="80000"/>
                  </a:schemeClr>
                </a:solidFill>
              </a:rPr>
              <a:t>Iteration Plan</a:t>
            </a:r>
          </a:p>
        </p:txBody>
      </p:sp>
      <p:sp>
        <p:nvSpPr>
          <p:cNvPr id="6" name="Slide Number Placeholder 5">
            <a:extLst>
              <a:ext uri="{FF2B5EF4-FFF2-40B4-BE49-F238E27FC236}">
                <a16:creationId xmlns:a16="http://schemas.microsoft.com/office/drawing/2014/main" id="{67927DCA-F11F-1716-00DA-9EF49F131ABD}"/>
              </a:ext>
            </a:extLst>
          </p:cNvPr>
          <p:cNvSpPr>
            <a:spLocks noGrp="1"/>
          </p:cNvSpPr>
          <p:nvPr>
            <p:ph type="sldNum" sz="quarter" idx="12"/>
          </p:nvPr>
        </p:nvSpPr>
        <p:spPr/>
        <p:txBody>
          <a:bodyPr/>
          <a:lstStyle/>
          <a:p>
            <a:fld id="{B5CEABB6-07DC-46E8-9B57-56EC44A396E5}" type="slidenum">
              <a:rPr lang="en-US" smtClean="0"/>
              <a:pPr/>
              <a:t>2</a:t>
            </a:fld>
            <a:endParaRPr lang="en-US" dirty="0"/>
          </a:p>
        </p:txBody>
      </p:sp>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DE7F2-E890-4744-88DD-A75F5E300513}"/>
              </a:ext>
            </a:extLst>
          </p:cNvPr>
          <p:cNvSpPr>
            <a:spLocks noGrp="1"/>
          </p:cNvSpPr>
          <p:nvPr>
            <p:ph type="ctrTitle"/>
          </p:nvPr>
        </p:nvSpPr>
        <p:spPr/>
        <p:txBody>
          <a:bodyPr>
            <a:normAutofit/>
          </a:bodyPr>
          <a:lstStyle/>
          <a:p>
            <a:r>
              <a:rPr lang="en-US" dirty="0"/>
              <a:t>	</a:t>
            </a:r>
            <a:r>
              <a:rPr lang="en-US" sz="4400" dirty="0"/>
              <a:t>UNIFIED PROCESS</a:t>
            </a:r>
            <a:br>
              <a:rPr lang="en-US" sz="4400" dirty="0"/>
            </a:br>
            <a:r>
              <a:rPr lang="en-US" sz="4400" dirty="0"/>
              <a:t>PHASE 1(INCEPTION )</a:t>
            </a:r>
          </a:p>
        </p:txBody>
      </p:sp>
      <p:sp>
        <p:nvSpPr>
          <p:cNvPr id="31" name="Oval 30">
            <a:extLst>
              <a:ext uri="{FF2B5EF4-FFF2-40B4-BE49-F238E27FC236}">
                <a16:creationId xmlns:a16="http://schemas.microsoft.com/office/drawing/2014/main" id="{F466A906-2869-BB36-138E-D45F62E92210}"/>
              </a:ext>
              <a:ext uri="{C183D7F6-B498-43B3-948B-1728B52AA6E4}">
                <adec:decorative xmlns:adec="http://schemas.microsoft.com/office/drawing/2017/decorative" val="1"/>
              </a:ext>
            </a:extLst>
          </p:cNvPr>
          <p:cNvSpPr/>
          <p:nvPr/>
        </p:nvSpPr>
        <p:spPr>
          <a:xfrm>
            <a:off x="3903349" y="4646277"/>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2" name="Straight Connector 31">
            <a:extLst>
              <a:ext uri="{FF2B5EF4-FFF2-40B4-BE49-F238E27FC236}">
                <a16:creationId xmlns:a16="http://schemas.microsoft.com/office/drawing/2014/main" id="{06186C3A-548E-AD87-3029-964123530768}"/>
              </a:ext>
              <a:ext uri="{C183D7F6-B498-43B3-948B-1728B52AA6E4}">
                <adec:decorative xmlns:adec="http://schemas.microsoft.com/office/drawing/2017/decorative" val="1"/>
              </a:ext>
            </a:extLst>
          </p:cNvPr>
          <p:cNvCxnSpPr>
            <a:cxnSpLocks/>
          </p:cNvCxnSpPr>
          <p:nvPr/>
        </p:nvCxnSpPr>
        <p:spPr>
          <a:xfrm>
            <a:off x="-97971" y="660400"/>
            <a:ext cx="4160955" cy="414915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pic>
        <p:nvPicPr>
          <p:cNvPr id="10" name="Picture Placeholder 9">
            <a:extLst>
              <a:ext uri="{FF2B5EF4-FFF2-40B4-BE49-F238E27FC236}">
                <a16:creationId xmlns:a16="http://schemas.microsoft.com/office/drawing/2014/main" id="{4E7DD3D9-E656-DFFE-CD49-217843043241}"/>
              </a:ext>
            </a:extLst>
          </p:cNvPr>
          <p:cNvPicPr>
            <a:picLocks noGrp="1" noChangeAspect="1"/>
          </p:cNvPicPr>
          <p:nvPr>
            <p:ph type="pic" sz="quarter" idx="13"/>
          </p:nvPr>
        </p:nvPicPr>
        <p:blipFill>
          <a:blip r:embed="rId3"/>
          <a:srcRect l="19970" r="19970"/>
          <a:stretch>
            <a:fillRect/>
          </a:stretch>
        </p:blipFill>
        <p:spPr>
          <a:xfrm rot="10800000" flipV="1">
            <a:off x="-13134" y="796038"/>
            <a:ext cx="4076118" cy="6096678"/>
          </a:xfrm>
          <a:prstGeom prst="rect">
            <a:avLst/>
          </a:prstGeom>
        </p:spPr>
      </p:pic>
    </p:spTree>
    <p:extLst>
      <p:ext uri="{BB962C8B-B14F-4D97-AF65-F5344CB8AC3E}">
        <p14:creationId xmlns:p14="http://schemas.microsoft.com/office/powerpoint/2010/main" val="707789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4818500" y="0"/>
            <a:ext cx="6594768" cy="1261659"/>
          </a:xfrm>
        </p:spPr>
        <p:txBody>
          <a:bodyPr>
            <a:normAutofit/>
          </a:bodyPr>
          <a:lstStyle/>
          <a:p>
            <a:r>
              <a:rPr lang="en-US" dirty="0">
                <a:solidFill>
                  <a:schemeClr val="bg2">
                    <a:lumMod val="75000"/>
                  </a:schemeClr>
                </a:solidFill>
              </a:rPr>
              <a:t>CONTENT</a:t>
            </a:r>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4457554" y="1187707"/>
            <a:ext cx="6594768" cy="5670293"/>
          </a:xfrm>
        </p:spPr>
        <p:txBody>
          <a:bodyPr>
            <a:noAutofit/>
          </a:bodyPr>
          <a:lstStyle/>
          <a:p>
            <a:pPr marL="342900" indent="-342900">
              <a:buFont typeface="Wingdings" panose="05000000000000000000" pitchFamily="2" charset="2"/>
              <a:buChar char="Ø"/>
            </a:pPr>
            <a:r>
              <a:rPr lang="en-US" sz="2600" dirty="0">
                <a:solidFill>
                  <a:schemeClr val="accent1">
                    <a:lumMod val="20000"/>
                    <a:lumOff val="80000"/>
                  </a:schemeClr>
                </a:solidFill>
              </a:rPr>
              <a:t>Introduction</a:t>
            </a:r>
          </a:p>
          <a:p>
            <a:pPr marL="342900" indent="-342900">
              <a:buFont typeface="Wingdings" panose="05000000000000000000" pitchFamily="2" charset="2"/>
              <a:buChar char="Ø"/>
            </a:pPr>
            <a:r>
              <a:rPr lang="en-US" sz="2600" dirty="0">
                <a:solidFill>
                  <a:schemeClr val="accent1">
                    <a:lumMod val="20000"/>
                    <a:lumOff val="80000"/>
                  </a:schemeClr>
                </a:solidFill>
              </a:rPr>
              <a:t>Common high-level goals</a:t>
            </a:r>
          </a:p>
          <a:p>
            <a:pPr marL="342900" indent="-342900">
              <a:buFont typeface="Wingdings" panose="05000000000000000000" pitchFamily="2" charset="2"/>
              <a:buChar char="Ø"/>
            </a:pPr>
            <a:r>
              <a:rPr lang="en-US" sz="2600" dirty="0">
                <a:solidFill>
                  <a:schemeClr val="accent1">
                    <a:lumMod val="20000"/>
                    <a:lumOff val="80000"/>
                  </a:schemeClr>
                </a:solidFill>
              </a:rPr>
              <a:t>Problem Statements and Business Objectives</a:t>
            </a:r>
          </a:p>
          <a:p>
            <a:pPr marL="342900" indent="-342900">
              <a:buFont typeface="Wingdings" panose="05000000000000000000" pitchFamily="2" charset="2"/>
              <a:buChar char="Ø"/>
            </a:pPr>
            <a:r>
              <a:rPr lang="en-US" sz="2600" dirty="0">
                <a:solidFill>
                  <a:schemeClr val="accent1">
                    <a:lumMod val="20000"/>
                    <a:lumOff val="80000"/>
                  </a:schemeClr>
                </a:solidFill>
              </a:rPr>
              <a:t>Scope</a:t>
            </a:r>
          </a:p>
          <a:p>
            <a:pPr marL="342900" indent="-342900">
              <a:buFont typeface="Wingdings" panose="05000000000000000000" pitchFamily="2" charset="2"/>
              <a:buChar char="Ø"/>
            </a:pPr>
            <a:r>
              <a:rPr lang="en-US" sz="2600" dirty="0">
                <a:solidFill>
                  <a:schemeClr val="accent1">
                    <a:lumMod val="20000"/>
                    <a:lumOff val="80000"/>
                  </a:schemeClr>
                </a:solidFill>
              </a:rPr>
              <a:t>High-Level Requirements %10 use case</a:t>
            </a:r>
          </a:p>
          <a:p>
            <a:pPr marL="342900" indent="-342900">
              <a:buFont typeface="Wingdings" panose="05000000000000000000" pitchFamily="2" charset="2"/>
              <a:buChar char="Ø"/>
            </a:pPr>
            <a:r>
              <a:rPr lang="en-US" sz="2600" dirty="0">
                <a:solidFill>
                  <a:schemeClr val="accent1">
                    <a:lumMod val="20000"/>
                    <a:lumOff val="80000"/>
                  </a:schemeClr>
                </a:solidFill>
              </a:rPr>
              <a:t>Risk List and Feasibility study</a:t>
            </a:r>
          </a:p>
          <a:p>
            <a:pPr marL="342900" indent="-342900">
              <a:buFont typeface="Wingdings" panose="05000000000000000000" pitchFamily="2" charset="2"/>
              <a:buChar char="Ø"/>
            </a:pPr>
            <a:r>
              <a:rPr lang="en-US" sz="2600" dirty="0">
                <a:solidFill>
                  <a:schemeClr val="accent1">
                    <a:lumMod val="20000"/>
                    <a:lumOff val="80000"/>
                  </a:schemeClr>
                </a:solidFill>
              </a:rPr>
              <a:t>Iteration Plan</a:t>
            </a:r>
          </a:p>
        </p:txBody>
      </p:sp>
      <p:pic>
        <p:nvPicPr>
          <p:cNvPr id="13" name="Picture Placeholder 12">
            <a:extLst>
              <a:ext uri="{FF2B5EF4-FFF2-40B4-BE49-F238E27FC236}">
                <a16:creationId xmlns:a16="http://schemas.microsoft.com/office/drawing/2014/main" id="{1DFE730E-30E7-DA99-A3EE-ACB889D161E9}"/>
              </a:ext>
            </a:extLst>
          </p:cNvPr>
          <p:cNvPicPr>
            <a:picLocks noGrp="1" noChangeAspect="1"/>
          </p:cNvPicPr>
          <p:nvPr>
            <p:ph type="pic" sz="quarter" idx="13"/>
          </p:nvPr>
        </p:nvPicPr>
        <p:blipFill>
          <a:blip r:embed="rId3"/>
          <a:srcRect l="5432" r="5432"/>
          <a:stretch/>
        </p:blipFill>
        <p:spPr/>
      </p:pic>
      <p:sp>
        <p:nvSpPr>
          <p:cNvPr id="44" name="Oval 43">
            <a:extLst>
              <a:ext uri="{FF2B5EF4-FFF2-40B4-BE49-F238E27FC236}">
                <a16:creationId xmlns:a16="http://schemas.microsoft.com/office/drawing/2014/main" id="{5F855448-57DF-E468-AF41-00CAAC2D7C74}"/>
              </a:ext>
              <a:ext uri="{C183D7F6-B498-43B3-948B-1728B52AA6E4}">
                <adec:decorative xmlns:adec="http://schemas.microsoft.com/office/drawing/2017/decorative" val="1"/>
              </a:ext>
            </a:extLst>
          </p:cNvPr>
          <p:cNvSpPr/>
          <p:nvPr/>
        </p:nvSpPr>
        <p:spPr>
          <a:xfrm>
            <a:off x="3903349" y="5895479"/>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3" name="Straight Connector 42">
            <a:extLst>
              <a:ext uri="{FF2B5EF4-FFF2-40B4-BE49-F238E27FC236}">
                <a16:creationId xmlns:a16="http://schemas.microsoft.com/office/drawing/2014/main" id="{752FDA21-768F-9929-E6D6-D78CD4F8EA24}"/>
              </a:ext>
              <a:ext uri="{C183D7F6-B498-43B3-948B-1728B52AA6E4}">
                <adec:decorative xmlns:adec="http://schemas.microsoft.com/office/drawing/2017/decorative" val="1"/>
              </a:ext>
            </a:extLst>
          </p:cNvPr>
          <p:cNvCxnSpPr>
            <a:cxnSpLocks/>
          </p:cNvCxnSpPr>
          <p:nvPr/>
        </p:nvCxnSpPr>
        <p:spPr>
          <a:xfrm>
            <a:off x="-97971" y="1909602"/>
            <a:ext cx="4160955" cy="414915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9539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D5796-7729-9B7C-6E0B-0E7CC803EB8B}"/>
              </a:ext>
            </a:extLst>
          </p:cNvPr>
          <p:cNvSpPr>
            <a:spLocks noGrp="1"/>
          </p:cNvSpPr>
          <p:nvPr>
            <p:ph type="ctrTitle"/>
          </p:nvPr>
        </p:nvSpPr>
        <p:spPr/>
        <p:txBody>
          <a:bodyPr/>
          <a:lstStyle/>
          <a:p>
            <a:r>
              <a:rPr lang="en-US" dirty="0">
                <a:solidFill>
                  <a:schemeClr val="bg2">
                    <a:lumMod val="75000"/>
                  </a:schemeClr>
                </a:solidFill>
              </a:rPr>
              <a:t>Supermarket (POS)</a:t>
            </a:r>
            <a:br>
              <a:rPr lang="en-US" dirty="0">
                <a:solidFill>
                  <a:schemeClr val="bg2">
                    <a:lumMod val="75000"/>
                  </a:schemeClr>
                </a:solidFill>
              </a:rPr>
            </a:br>
            <a:r>
              <a:rPr lang="en-US" dirty="0">
                <a:solidFill>
                  <a:schemeClr val="bg2">
                    <a:lumMod val="75000"/>
                  </a:schemeClr>
                </a:solidFill>
              </a:rPr>
              <a:t>SYSTEM</a:t>
            </a:r>
          </a:p>
        </p:txBody>
      </p:sp>
      <p:sp>
        <p:nvSpPr>
          <p:cNvPr id="3" name="Subtitle 2">
            <a:extLst>
              <a:ext uri="{FF2B5EF4-FFF2-40B4-BE49-F238E27FC236}">
                <a16:creationId xmlns:a16="http://schemas.microsoft.com/office/drawing/2014/main" id="{AB5D0751-8AD2-0DF6-0871-5C38F695A1FA}"/>
              </a:ext>
            </a:extLst>
          </p:cNvPr>
          <p:cNvSpPr>
            <a:spLocks noGrp="1"/>
          </p:cNvSpPr>
          <p:nvPr>
            <p:ph type="subTitle" idx="1"/>
          </p:nvPr>
        </p:nvSpPr>
        <p:spPr/>
        <p:txBody>
          <a:bodyPr/>
          <a:lstStyle/>
          <a:p>
            <a:endParaRPr lang="en-US" dirty="0"/>
          </a:p>
        </p:txBody>
      </p:sp>
      <p:pic>
        <p:nvPicPr>
          <p:cNvPr id="6" name="Picture Placeholder 5">
            <a:extLst>
              <a:ext uri="{FF2B5EF4-FFF2-40B4-BE49-F238E27FC236}">
                <a16:creationId xmlns:a16="http://schemas.microsoft.com/office/drawing/2014/main" id="{80C8261D-04F9-6D99-A56E-BF1178BCFF47}"/>
              </a:ext>
            </a:extLst>
          </p:cNvPr>
          <p:cNvPicPr>
            <a:picLocks noGrp="1" noChangeAspect="1"/>
          </p:cNvPicPr>
          <p:nvPr>
            <p:ph type="pic" sz="quarter" idx="13"/>
          </p:nvPr>
        </p:nvPicPr>
        <p:blipFill>
          <a:blip r:embed="rId2"/>
          <a:srcRect t="156" b="156"/>
          <a:stretch>
            <a:fillRect/>
          </a:stretch>
        </p:blipFill>
        <p:spPr/>
      </p:pic>
    </p:spTree>
    <p:extLst>
      <p:ext uri="{BB962C8B-B14F-4D97-AF65-F5344CB8AC3E}">
        <p14:creationId xmlns:p14="http://schemas.microsoft.com/office/powerpoint/2010/main" val="1049663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E1C88-627C-4655-A4FB-0BB02EDB078A}"/>
              </a:ext>
            </a:extLst>
          </p:cNvPr>
          <p:cNvSpPr>
            <a:spLocks noGrp="1"/>
          </p:cNvSpPr>
          <p:nvPr>
            <p:ph type="title"/>
          </p:nvPr>
        </p:nvSpPr>
        <p:spPr>
          <a:xfrm>
            <a:off x="762001" y="320358"/>
            <a:ext cx="6589150" cy="1108392"/>
          </a:xfrm>
        </p:spPr>
        <p:txBody>
          <a:bodyPr/>
          <a:lstStyle/>
          <a:p>
            <a:r>
              <a:rPr lang="en-US" dirty="0">
                <a:solidFill>
                  <a:schemeClr val="bg2">
                    <a:lumMod val="75000"/>
                  </a:schemeClr>
                </a:solidFill>
              </a:rPr>
              <a:t>INTRODUCTION</a:t>
            </a:r>
          </a:p>
        </p:txBody>
      </p:sp>
      <p:sp>
        <p:nvSpPr>
          <p:cNvPr id="6" name="Slide Number Placeholder 5">
            <a:extLst>
              <a:ext uri="{FF2B5EF4-FFF2-40B4-BE49-F238E27FC236}">
                <a16:creationId xmlns:a16="http://schemas.microsoft.com/office/drawing/2014/main" id="{A4AC050D-BAF4-C23C-F8EC-24DEC4293002}"/>
              </a:ext>
            </a:extLst>
          </p:cNvPr>
          <p:cNvSpPr>
            <a:spLocks noGrp="1"/>
          </p:cNvSpPr>
          <p:nvPr>
            <p:ph type="sldNum" sz="quarter" idx="12"/>
          </p:nvPr>
        </p:nvSpPr>
        <p:spPr/>
        <p:txBody>
          <a:bodyPr/>
          <a:lstStyle/>
          <a:p>
            <a:fld id="{B5CEABB6-07DC-46E8-9B57-56EC44A396E5}" type="slidenum">
              <a:rPr lang="en-US" smtClean="0"/>
              <a:pPr/>
              <a:t>6</a:t>
            </a:fld>
            <a:endParaRPr lang="en-US" dirty="0"/>
          </a:p>
        </p:txBody>
      </p:sp>
      <p:sp>
        <p:nvSpPr>
          <p:cNvPr id="3" name="Content Placeholder 2">
            <a:extLst>
              <a:ext uri="{FF2B5EF4-FFF2-40B4-BE49-F238E27FC236}">
                <a16:creationId xmlns:a16="http://schemas.microsoft.com/office/drawing/2014/main" id="{033634FE-ADF0-4BC3-A0A9-447EA9DD096B}"/>
              </a:ext>
            </a:extLst>
          </p:cNvPr>
          <p:cNvSpPr>
            <a:spLocks noGrp="1"/>
          </p:cNvSpPr>
          <p:nvPr>
            <p:ph sz="half" idx="14"/>
          </p:nvPr>
        </p:nvSpPr>
        <p:spPr>
          <a:xfrm>
            <a:off x="235999" y="1770376"/>
            <a:ext cx="7115152" cy="4767266"/>
          </a:xfrm>
        </p:spPr>
        <p:txBody>
          <a:bodyPr vert="horz" lIns="91440" tIns="45720" rIns="91440" bIns="45720" rtlCol="0" anchor="t">
            <a:normAutofit fontScale="85000" lnSpcReduction="10000"/>
          </a:bodyPr>
          <a:lstStyle/>
          <a:p>
            <a:pPr>
              <a:lnSpc>
                <a:spcPct val="100000"/>
              </a:lnSpc>
            </a:pPr>
            <a:r>
              <a:rPr lang="en-US" sz="3200" dirty="0"/>
              <a:t>This project aims to develop a modern, reliable, and user-friendly Point of Sale (POS) system specifically for supermarkets in our region. The system will help cashiers process sales quickly, support different payment methods, keep inventory accurate in real time, and give store managers simple daily reports. By replacing old, slow, or error-prone checkout systems, the new POS will improve customer experience, reduce mistakes, and help supermarkets run more efficiently.</a:t>
            </a:r>
          </a:p>
          <a:p>
            <a:pPr>
              <a:lnSpc>
                <a:spcPct val="100000"/>
              </a:lnSpc>
            </a:pPr>
            <a:endParaRPr lang="en-US" sz="3200" dirty="0"/>
          </a:p>
        </p:txBody>
      </p:sp>
    </p:spTree>
    <p:extLst>
      <p:ext uri="{BB962C8B-B14F-4D97-AF65-F5344CB8AC3E}">
        <p14:creationId xmlns:p14="http://schemas.microsoft.com/office/powerpoint/2010/main" val="1346372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D2AE59-5630-4D5C-83A9-4CDEF4D7DCFB}"/>
              </a:ext>
            </a:extLst>
          </p:cNvPr>
          <p:cNvSpPr>
            <a:spLocks noGrp="1"/>
          </p:cNvSpPr>
          <p:nvPr>
            <p:ph type="title"/>
          </p:nvPr>
        </p:nvSpPr>
        <p:spPr>
          <a:xfrm>
            <a:off x="771736" y="338007"/>
            <a:ext cx="9389288" cy="1362456"/>
          </a:xfrm>
        </p:spPr>
        <p:txBody>
          <a:bodyPr/>
          <a:lstStyle/>
          <a:p>
            <a:r>
              <a:rPr lang="en-US" dirty="0">
                <a:solidFill>
                  <a:schemeClr val="bg2">
                    <a:lumMod val="75000"/>
                  </a:schemeClr>
                </a:solidFill>
              </a:rPr>
              <a:t>Common high-level goals</a:t>
            </a:r>
            <a:br>
              <a:rPr lang="en-US" dirty="0">
                <a:solidFill>
                  <a:schemeClr val="bg2">
                    <a:lumMod val="75000"/>
                  </a:schemeClr>
                </a:solidFill>
              </a:rPr>
            </a:br>
            <a:endParaRPr lang="en-US" dirty="0">
              <a:solidFill>
                <a:schemeClr val="bg2">
                  <a:lumMod val="75000"/>
                </a:schemeClr>
              </a:solidFill>
            </a:endParaRPr>
          </a:p>
        </p:txBody>
      </p:sp>
      <p:sp>
        <p:nvSpPr>
          <p:cNvPr id="7" name="Slide Number Placeholder 6">
            <a:extLst>
              <a:ext uri="{FF2B5EF4-FFF2-40B4-BE49-F238E27FC236}">
                <a16:creationId xmlns:a16="http://schemas.microsoft.com/office/drawing/2014/main" id="{08761B51-19E8-1412-3155-39DDEACA1818}"/>
              </a:ext>
            </a:extLst>
          </p:cNvPr>
          <p:cNvSpPr>
            <a:spLocks noGrp="1"/>
          </p:cNvSpPr>
          <p:nvPr>
            <p:ph type="sldNum" sz="quarter" idx="12"/>
          </p:nvPr>
        </p:nvSpPr>
        <p:spPr/>
        <p:txBody>
          <a:bodyPr/>
          <a:lstStyle/>
          <a:p>
            <a:fld id="{B5CEABB6-07DC-46E8-9B57-56EC44A396E5}" type="slidenum">
              <a:rPr lang="en-US" smtClean="0"/>
              <a:pPr/>
              <a:t>7</a:t>
            </a:fld>
            <a:endParaRPr lang="en-US" dirty="0"/>
          </a:p>
        </p:txBody>
      </p:sp>
      <p:sp>
        <p:nvSpPr>
          <p:cNvPr id="6" name="Content Placeholder 5">
            <a:extLst>
              <a:ext uri="{FF2B5EF4-FFF2-40B4-BE49-F238E27FC236}">
                <a16:creationId xmlns:a16="http://schemas.microsoft.com/office/drawing/2014/main" id="{5A6B31B0-7B84-475D-961F-09C0191F91A2}"/>
              </a:ext>
            </a:extLst>
          </p:cNvPr>
          <p:cNvSpPr>
            <a:spLocks noGrp="1"/>
          </p:cNvSpPr>
          <p:nvPr>
            <p:ph sz="half" idx="14"/>
          </p:nvPr>
        </p:nvSpPr>
        <p:spPr>
          <a:xfrm>
            <a:off x="771736" y="1676400"/>
            <a:ext cx="4514850" cy="3505200"/>
          </a:xfrm>
        </p:spPr>
        <p:txBody>
          <a:bodyPr vert="horz" lIns="91440" tIns="45720" rIns="91440" bIns="45720" rtlCol="0" anchor="t">
            <a:normAutofit lnSpcReduction="10000"/>
          </a:bodyPr>
          <a:lstStyle/>
          <a:p>
            <a:pPr marL="285750" indent="-285750">
              <a:lnSpc>
                <a:spcPct val="100000"/>
              </a:lnSpc>
              <a:buFont typeface="Wingdings" panose="05000000000000000000" pitchFamily="2" charset="2"/>
              <a:buChar char="q"/>
            </a:pPr>
            <a:r>
              <a:rPr lang="en-US" sz="3200" dirty="0">
                <a:solidFill>
                  <a:schemeClr val="tx2">
                    <a:lumMod val="20000"/>
                    <a:lumOff val="80000"/>
                  </a:schemeClr>
                </a:solidFill>
              </a:rPr>
              <a:t>Fast and accurate checkout – cut queue times during peak hours</a:t>
            </a:r>
          </a:p>
          <a:p>
            <a:pPr marL="285750" indent="-285750">
              <a:lnSpc>
                <a:spcPct val="100000"/>
              </a:lnSpc>
              <a:buFont typeface="Wingdings" panose="05000000000000000000" pitchFamily="2" charset="2"/>
              <a:buChar char="q"/>
            </a:pPr>
            <a:r>
              <a:rPr lang="en-US" sz="3200" dirty="0">
                <a:solidFill>
                  <a:schemeClr val="tx2">
                    <a:lumMod val="20000"/>
                    <a:lumOff val="80000"/>
                  </a:schemeClr>
                </a:solidFill>
              </a:rPr>
              <a:t>Real-time inventory integration – know stock levels instantly</a:t>
            </a:r>
          </a:p>
        </p:txBody>
      </p:sp>
      <p:sp>
        <p:nvSpPr>
          <p:cNvPr id="3" name="Content Placeholder 2">
            <a:extLst>
              <a:ext uri="{FF2B5EF4-FFF2-40B4-BE49-F238E27FC236}">
                <a16:creationId xmlns:a16="http://schemas.microsoft.com/office/drawing/2014/main" id="{55FC07E6-63C8-6DCC-08AB-059B43A633B6}"/>
              </a:ext>
            </a:extLst>
          </p:cNvPr>
          <p:cNvSpPr>
            <a:spLocks noGrp="1"/>
          </p:cNvSpPr>
          <p:nvPr>
            <p:ph sz="half" idx="15"/>
          </p:nvPr>
        </p:nvSpPr>
        <p:spPr>
          <a:xfrm>
            <a:off x="5645989" y="1676400"/>
            <a:ext cx="4515035" cy="3505200"/>
          </a:xfrm>
        </p:spPr>
        <p:txBody>
          <a:bodyPr>
            <a:noAutofit/>
          </a:bodyPr>
          <a:lstStyle/>
          <a:p>
            <a:pPr marL="285750" indent="-285750">
              <a:lnSpc>
                <a:spcPct val="100000"/>
              </a:lnSpc>
              <a:buFont typeface="Wingdings" panose="05000000000000000000" pitchFamily="2" charset="2"/>
              <a:buChar char="q"/>
            </a:pPr>
            <a:r>
              <a:rPr lang="en-US" sz="3200" dirty="0">
                <a:solidFill>
                  <a:schemeClr val="tx2">
                    <a:lumMod val="20000"/>
                    <a:lumOff val="80000"/>
                  </a:schemeClr>
                </a:solidFill>
              </a:rPr>
              <a:t>Support multiple payment types – cash, cards, mobile money</a:t>
            </a:r>
          </a:p>
          <a:p>
            <a:pPr marL="285750" indent="-285750">
              <a:lnSpc>
                <a:spcPct val="100000"/>
              </a:lnSpc>
              <a:buFont typeface="Wingdings" panose="05000000000000000000" pitchFamily="2" charset="2"/>
              <a:buChar char="q"/>
            </a:pPr>
            <a:r>
              <a:rPr lang="en-US" sz="3200" dirty="0">
                <a:solidFill>
                  <a:schemeClr val="tx2">
                    <a:lumMod val="20000"/>
                    <a:lumOff val="80000"/>
                  </a:schemeClr>
                </a:solidFill>
              </a:rPr>
              <a:t>Reliable operation – keep working offline during power cuts or network drops</a:t>
            </a:r>
          </a:p>
        </p:txBody>
      </p:sp>
    </p:spTree>
    <p:extLst>
      <p:ext uri="{BB962C8B-B14F-4D97-AF65-F5344CB8AC3E}">
        <p14:creationId xmlns:p14="http://schemas.microsoft.com/office/powerpoint/2010/main" val="4151694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08C79-A4AC-4B5D-92DF-600737E4D11A}"/>
              </a:ext>
            </a:extLst>
          </p:cNvPr>
          <p:cNvSpPr>
            <a:spLocks noGrp="1"/>
          </p:cNvSpPr>
          <p:nvPr>
            <p:ph type="ctrTitle"/>
          </p:nvPr>
        </p:nvSpPr>
        <p:spPr/>
        <p:txBody>
          <a:bodyPr/>
          <a:lstStyle/>
          <a:p>
            <a:r>
              <a:rPr lang="en-US" dirty="0">
                <a:solidFill>
                  <a:schemeClr val="accent1">
                    <a:lumMod val="75000"/>
                  </a:schemeClr>
                </a:solidFill>
              </a:rPr>
              <a:t>Problem Statements and business objectives.</a:t>
            </a:r>
          </a:p>
        </p:txBody>
      </p:sp>
      <p:sp>
        <p:nvSpPr>
          <p:cNvPr id="3" name="Picture Placeholder 2">
            <a:extLst>
              <a:ext uri="{FF2B5EF4-FFF2-40B4-BE49-F238E27FC236}">
                <a16:creationId xmlns:a16="http://schemas.microsoft.com/office/drawing/2014/main" id="{267BC7DE-050D-F098-BC48-163E2B2E4AA9}"/>
              </a:ext>
            </a:extLst>
          </p:cNvPr>
          <p:cNvSpPr>
            <a:spLocks noGrp="1"/>
          </p:cNvSpPr>
          <p:nvPr>
            <p:ph type="pic" sz="quarter" idx="13"/>
          </p:nvPr>
        </p:nvSpPr>
        <p:spPr/>
      </p:sp>
      <p:sp>
        <p:nvSpPr>
          <p:cNvPr id="14" name="Slide Number Placeholder 13">
            <a:extLst>
              <a:ext uri="{FF2B5EF4-FFF2-40B4-BE49-F238E27FC236}">
                <a16:creationId xmlns:a16="http://schemas.microsoft.com/office/drawing/2014/main" id="{F3DE1AA4-0AE6-C6D5-E252-BBD5ED259E32}"/>
              </a:ext>
            </a:extLst>
          </p:cNvPr>
          <p:cNvSpPr>
            <a:spLocks noGrp="1"/>
          </p:cNvSpPr>
          <p:nvPr>
            <p:ph type="sldNum" sz="quarter" idx="4294967295"/>
          </p:nvPr>
        </p:nvSpPr>
        <p:spPr>
          <a:xfrm>
            <a:off x="11734800" y="6356350"/>
            <a:ext cx="457200" cy="365125"/>
          </a:xfrm>
        </p:spPr>
        <p:txBody>
          <a:bodyPr/>
          <a:lstStyle/>
          <a:p>
            <a:fld id="{B5CEABB6-07DC-46E8-9B57-56EC44A396E5}" type="slidenum">
              <a:rPr lang="en-US" smtClean="0"/>
              <a:pPr/>
              <a:t>8</a:t>
            </a:fld>
            <a:endParaRPr lang="en-US" dirty="0"/>
          </a:p>
        </p:txBody>
      </p:sp>
    </p:spTree>
    <p:extLst>
      <p:ext uri="{BB962C8B-B14F-4D97-AF65-F5344CB8AC3E}">
        <p14:creationId xmlns:p14="http://schemas.microsoft.com/office/powerpoint/2010/main" val="1418789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3799498" y="136525"/>
            <a:ext cx="7606895" cy="665581"/>
          </a:xfrm>
        </p:spPr>
        <p:txBody>
          <a:bodyPr>
            <a:normAutofit/>
          </a:bodyPr>
          <a:lstStyle/>
          <a:p>
            <a:r>
              <a:rPr lang="en-US" dirty="0">
                <a:solidFill>
                  <a:schemeClr val="accent1">
                    <a:lumMod val="60000"/>
                    <a:lumOff val="40000"/>
                  </a:schemeClr>
                </a:solidFill>
              </a:rPr>
              <a:t>Problem statements</a:t>
            </a:r>
          </a:p>
        </p:txBody>
      </p:sp>
      <p:pic>
        <p:nvPicPr>
          <p:cNvPr id="9" name="Picture Placeholder 8">
            <a:extLst>
              <a:ext uri="{FF2B5EF4-FFF2-40B4-BE49-F238E27FC236}">
                <a16:creationId xmlns:a16="http://schemas.microsoft.com/office/drawing/2014/main" id="{ED3B7708-73E8-BA79-A750-8EB58F00325A}"/>
              </a:ext>
            </a:extLst>
          </p:cNvPr>
          <p:cNvPicPr>
            <a:picLocks noGrp="1" noChangeAspect="1"/>
          </p:cNvPicPr>
          <p:nvPr>
            <p:ph type="pic" sz="quarter" idx="15"/>
          </p:nvPr>
        </p:nvPicPr>
        <p:blipFill>
          <a:blip r:embed="rId3"/>
          <a:srcRect l="12799" r="12799"/>
          <a:stretch>
            <a:fillRect/>
          </a:stretch>
        </p:blipFill>
        <p:spPr/>
      </p:pic>
      <p:sp>
        <p:nvSpPr>
          <p:cNvPr id="8" name="Text Placeholder 7">
            <a:extLst>
              <a:ext uri="{FF2B5EF4-FFF2-40B4-BE49-F238E27FC236}">
                <a16:creationId xmlns:a16="http://schemas.microsoft.com/office/drawing/2014/main" id="{87441910-6501-5C60-C05A-BAFF34C25798}"/>
              </a:ext>
            </a:extLst>
          </p:cNvPr>
          <p:cNvSpPr>
            <a:spLocks noGrp="1"/>
          </p:cNvSpPr>
          <p:nvPr>
            <p:ph sz="half" idx="16"/>
          </p:nvPr>
        </p:nvSpPr>
        <p:spPr>
          <a:xfrm>
            <a:off x="3575353" y="676883"/>
            <a:ext cx="7615274" cy="6044592"/>
          </a:xfrm>
        </p:spPr>
        <p:txBody>
          <a:bodyPr>
            <a:normAutofit lnSpcReduction="10000"/>
          </a:bodyPr>
          <a:lstStyle/>
          <a:p>
            <a:pPr>
              <a:lnSpc>
                <a:spcPct val="100000"/>
              </a:lnSpc>
            </a:pPr>
            <a:r>
              <a:rPr lang="en-US" sz="3200" dirty="0">
                <a:solidFill>
                  <a:schemeClr val="accent1">
                    <a:lumMod val="20000"/>
                    <a:lumOff val="80000"/>
                  </a:schemeClr>
                </a:solidFill>
              </a:rPr>
              <a:t>Long queues at peak hours: customer frustration, abandoned carts, lost sales</a:t>
            </a:r>
          </a:p>
          <a:p>
            <a:pPr>
              <a:lnSpc>
                <a:spcPct val="100000"/>
              </a:lnSpc>
            </a:pPr>
            <a:r>
              <a:rPr lang="en-US" sz="3200" dirty="0">
                <a:solidFill>
                  <a:schemeClr val="accent1">
                    <a:lumMod val="20000"/>
                    <a:lumOff val="80000"/>
                  </a:schemeClr>
                </a:solidFill>
              </a:rPr>
              <a:t>Stock-outs on perishables + overstocking: wasted goods, lost revenue, poor cash flow</a:t>
            </a:r>
          </a:p>
          <a:p>
            <a:pPr>
              <a:lnSpc>
                <a:spcPct val="100000"/>
              </a:lnSpc>
            </a:pPr>
            <a:r>
              <a:rPr lang="en-US" sz="3200" dirty="0">
                <a:solidFill>
                  <a:schemeClr val="accent1">
                    <a:lumMod val="20000"/>
                    <a:lumOff val="80000"/>
                  </a:schemeClr>
                </a:solidFill>
              </a:rPr>
              <a:t>Frequent power cuts &amp; network drops: halted sales, revenue loss, damaged customer trust</a:t>
            </a:r>
          </a:p>
          <a:p>
            <a:pPr>
              <a:lnSpc>
                <a:spcPct val="100000"/>
              </a:lnSpc>
            </a:pPr>
            <a:r>
              <a:rPr lang="en-US" sz="3200" dirty="0">
                <a:solidFill>
                  <a:schemeClr val="accent1">
                    <a:lumMod val="20000"/>
                    <a:lumOff val="80000"/>
                  </a:schemeClr>
                </a:solidFill>
              </a:rPr>
              <a:t>Limited options (mostly cash): missed mobile money/card customers, slower checkout</a:t>
            </a:r>
          </a:p>
        </p:txBody>
      </p:sp>
      <p:sp>
        <p:nvSpPr>
          <p:cNvPr id="30" name="Slide Number Placeholder 29">
            <a:extLst>
              <a:ext uri="{FF2B5EF4-FFF2-40B4-BE49-F238E27FC236}">
                <a16:creationId xmlns:a16="http://schemas.microsoft.com/office/drawing/2014/main" id="{32C7587B-DD64-0940-2F6D-21C5F453FAB1}"/>
              </a:ext>
            </a:extLst>
          </p:cNvPr>
          <p:cNvSpPr>
            <a:spLocks noGrp="1"/>
          </p:cNvSpPr>
          <p:nvPr>
            <p:ph type="sldNum" sz="quarter" idx="12"/>
          </p:nvPr>
        </p:nvSpPr>
        <p:spPr/>
        <p:txBody>
          <a:bodyPr/>
          <a:lstStyle/>
          <a:p>
            <a:fld id="{B5CEABB6-07DC-46E8-9B57-56EC44A396E5}" type="slidenum">
              <a:rPr lang="en-US" smtClean="0"/>
              <a:pPr/>
              <a:t>9</a:t>
            </a:fld>
            <a:endParaRPr lang="en-US" dirty="0"/>
          </a:p>
        </p:txBody>
      </p:sp>
      <p:sp>
        <p:nvSpPr>
          <p:cNvPr id="64" name="Oval 63">
            <a:extLst>
              <a:ext uri="{FF2B5EF4-FFF2-40B4-BE49-F238E27FC236}">
                <a16:creationId xmlns:a16="http://schemas.microsoft.com/office/drawing/2014/main" id="{1C668341-39BE-4448-B29D-2594AE6D75C2}"/>
              </a:ext>
              <a:ext uri="{C183D7F6-B498-43B3-948B-1728B52AA6E4}">
                <adec:decorative xmlns:adec="http://schemas.microsoft.com/office/drawing/2017/decorative" val="1"/>
              </a:ext>
            </a:extLst>
          </p:cNvPr>
          <p:cNvSpPr/>
          <p:nvPr/>
        </p:nvSpPr>
        <p:spPr>
          <a:xfrm>
            <a:off x="1901853" y="2682814"/>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7" name="Straight Connector 16">
            <a:extLst>
              <a:ext uri="{FF2B5EF4-FFF2-40B4-BE49-F238E27FC236}">
                <a16:creationId xmlns:a16="http://schemas.microsoft.com/office/drawing/2014/main" id="{B31C374B-40F2-4B1E-A9D8-6E5C932FF170}"/>
              </a:ext>
              <a:ext uri="{C183D7F6-B498-43B3-948B-1728B52AA6E4}">
                <adec:decorative xmlns:adec="http://schemas.microsoft.com/office/drawing/2017/decorative" val="1"/>
              </a:ext>
            </a:extLst>
          </p:cNvPr>
          <p:cNvCxnSpPr>
            <a:cxnSpLocks/>
          </p:cNvCxnSpPr>
          <p:nvPr/>
        </p:nvCxnSpPr>
        <p:spPr>
          <a:xfrm flipV="1">
            <a:off x="0" y="2824876"/>
            <a:ext cx="2011680" cy="7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3920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0C883-7528-F9C5-D6FA-15EC059A3021}"/>
              </a:ext>
            </a:extLst>
          </p:cNvPr>
          <p:cNvSpPr>
            <a:spLocks noGrp="1"/>
          </p:cNvSpPr>
          <p:nvPr>
            <p:ph type="title"/>
          </p:nvPr>
        </p:nvSpPr>
        <p:spPr/>
        <p:txBody>
          <a:bodyPr/>
          <a:lstStyle/>
          <a:p>
            <a:r>
              <a:rPr lang="en-US" dirty="0"/>
              <a:t>BUSINESS Objectives ​</a:t>
            </a:r>
          </a:p>
        </p:txBody>
      </p:sp>
      <p:sp>
        <p:nvSpPr>
          <p:cNvPr id="6" name="Text Placeholder 5">
            <a:extLst>
              <a:ext uri="{FF2B5EF4-FFF2-40B4-BE49-F238E27FC236}">
                <a16:creationId xmlns:a16="http://schemas.microsoft.com/office/drawing/2014/main" id="{3A7E69BA-FC91-08A5-671F-B53E6E989C6F}"/>
              </a:ext>
            </a:extLst>
          </p:cNvPr>
          <p:cNvSpPr>
            <a:spLocks noGrp="1"/>
          </p:cNvSpPr>
          <p:nvPr>
            <p:ph type="body" sz="quarter" idx="13"/>
          </p:nvPr>
        </p:nvSpPr>
        <p:spPr>
          <a:xfrm>
            <a:off x="762000" y="2417197"/>
            <a:ext cx="5061284" cy="4304278"/>
          </a:xfrm>
        </p:spPr>
        <p:txBody>
          <a:bodyPr>
            <a:normAutofit fontScale="47500" lnSpcReduction="20000"/>
          </a:bodyPr>
          <a:lstStyle/>
          <a:p>
            <a:r>
              <a:rPr lang="en-US" sz="5100" dirty="0">
                <a:solidFill>
                  <a:schemeClr val="bg1"/>
                </a:solidFill>
              </a:rPr>
              <a:t>Reduced average checkout time by  at least 30% during peak hours to improve customer satisfaction \</a:t>
            </a:r>
          </a:p>
          <a:p>
            <a:r>
              <a:rPr lang="en-US" sz="5100" dirty="0">
                <a:solidFill>
                  <a:schemeClr val="bg1"/>
                </a:solidFill>
              </a:rPr>
              <a:t>Eliminate pricing and stock quantity errors through real-time system update </a:t>
            </a:r>
          </a:p>
          <a:p>
            <a:r>
              <a:rPr lang="en-US" sz="5100" dirty="0">
                <a:solidFill>
                  <a:schemeClr val="bg1"/>
                </a:solidFill>
              </a:rPr>
              <a:t>Enable multiple payment methods (cash, debit/credit cards, mobile money, QR codes) to serve more customers</a:t>
            </a:r>
          </a:p>
          <a:p>
            <a:endParaRPr lang="en-US" dirty="0"/>
          </a:p>
          <a:p>
            <a:endParaRPr lang="en-US" dirty="0"/>
          </a:p>
        </p:txBody>
      </p:sp>
      <p:sp>
        <p:nvSpPr>
          <p:cNvPr id="3" name="Slide Number Placeholder 2">
            <a:extLst>
              <a:ext uri="{FF2B5EF4-FFF2-40B4-BE49-F238E27FC236}">
                <a16:creationId xmlns:a16="http://schemas.microsoft.com/office/drawing/2014/main" id="{8D3FE259-B742-148B-88EA-EAE84226FE5A}"/>
              </a:ext>
            </a:extLst>
          </p:cNvPr>
          <p:cNvSpPr>
            <a:spLocks noGrp="1"/>
          </p:cNvSpPr>
          <p:nvPr>
            <p:ph type="sldNum" sz="quarter" idx="12"/>
          </p:nvPr>
        </p:nvSpPr>
        <p:spPr/>
        <p:txBody>
          <a:bodyPr/>
          <a:lstStyle/>
          <a:p>
            <a:fld id="{B5CEABB6-07DC-46E8-9B57-56EC44A396E5}" type="slidenum">
              <a:rPr lang="en-US" smtClean="0"/>
              <a:pPr/>
              <a:t>10</a:t>
            </a:fld>
            <a:endParaRPr lang="en-US" dirty="0"/>
          </a:p>
        </p:txBody>
      </p:sp>
      <p:sp>
        <p:nvSpPr>
          <p:cNvPr id="10" name="TextBox 9">
            <a:extLst>
              <a:ext uri="{FF2B5EF4-FFF2-40B4-BE49-F238E27FC236}">
                <a16:creationId xmlns:a16="http://schemas.microsoft.com/office/drawing/2014/main" id="{1BFC0F47-622B-0313-3FC6-14DDB0B6DBCD}"/>
              </a:ext>
            </a:extLst>
          </p:cNvPr>
          <p:cNvSpPr txBox="1"/>
          <p:nvPr/>
        </p:nvSpPr>
        <p:spPr>
          <a:xfrm>
            <a:off x="5823284" y="2221675"/>
            <a:ext cx="5342021" cy="4154984"/>
          </a:xfrm>
          <a:prstGeom prst="rect">
            <a:avLst/>
          </a:prstGeom>
          <a:noFill/>
        </p:spPr>
        <p:txBody>
          <a:bodyPr wrap="square" rtlCol="0">
            <a:spAutoFit/>
          </a:bodyPr>
          <a:lstStyle/>
          <a:p>
            <a:pPr marL="342900" lvl="0" indent="-342900">
              <a:buFont typeface="Wingdings" panose="05000000000000000000" pitchFamily="2" charset="2"/>
              <a:buChar char="Ø"/>
            </a:pPr>
            <a:r>
              <a:rPr lang="en-US" sz="2400" dirty="0">
                <a:solidFill>
                  <a:schemeClr val="bg1"/>
                </a:solidFill>
              </a:rPr>
              <a:t>Provide store managers with accurate, real-time sales and inventory reports at end of day</a:t>
            </a:r>
          </a:p>
          <a:p>
            <a:pPr marL="342900" lvl="0" indent="-342900">
              <a:buFont typeface="Wingdings" panose="05000000000000000000" pitchFamily="2" charset="2"/>
              <a:buChar char="Ø"/>
            </a:pPr>
            <a:endParaRPr lang="en-US" sz="2400" dirty="0">
              <a:solidFill>
                <a:schemeClr val="bg1"/>
              </a:solidFill>
            </a:endParaRPr>
          </a:p>
          <a:p>
            <a:pPr marL="342900" indent="-342900">
              <a:buFont typeface="Wingdings" panose="05000000000000000000" pitchFamily="2" charset="2"/>
              <a:buChar char="Ø"/>
            </a:pPr>
            <a:r>
              <a:rPr lang="en-US" sz="2400" dirty="0">
                <a:solidFill>
                  <a:schemeClr val="bg1"/>
                </a:solidFill>
              </a:rPr>
              <a:t>Make the system easy to learn and use so new cashiers can be trained in under 2 hours</a:t>
            </a:r>
          </a:p>
          <a:p>
            <a:pPr marL="342900" lvl="0" indent="-342900">
              <a:buFont typeface="Wingdings" panose="05000000000000000000" pitchFamily="2" charset="2"/>
              <a:buChar char="Ø"/>
            </a:pPr>
            <a:endParaRPr lang="en-US" sz="2400" dirty="0">
              <a:solidFill>
                <a:schemeClr val="bg1"/>
              </a:solidFill>
            </a:endParaRPr>
          </a:p>
          <a:p>
            <a:pPr marL="342900" indent="-342900">
              <a:buFont typeface="Wingdings" panose="05000000000000000000" pitchFamily="2" charset="2"/>
              <a:buChar char="Ø"/>
            </a:pPr>
            <a:r>
              <a:rPr lang="en-US" sz="2400" dirty="0">
                <a:solidFill>
                  <a:schemeClr val="bg1"/>
                </a:solidFill>
              </a:rPr>
              <a:t>Increase overall store efficiency and reduce manual work (e.g., no more paper stock counts)</a:t>
            </a:r>
          </a:p>
        </p:txBody>
      </p:sp>
    </p:spTree>
    <p:extLst>
      <p:ext uri="{BB962C8B-B14F-4D97-AF65-F5344CB8AC3E}">
        <p14:creationId xmlns:p14="http://schemas.microsoft.com/office/powerpoint/2010/main" val="2390678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093B8-5BC3-9A47-5163-15A4F3FE033E}"/>
              </a:ext>
            </a:extLst>
          </p:cNvPr>
          <p:cNvSpPr>
            <a:spLocks noGrp="1"/>
          </p:cNvSpPr>
          <p:nvPr>
            <p:ph type="title"/>
          </p:nvPr>
        </p:nvSpPr>
        <p:spPr/>
        <p:txBody>
          <a:bodyPr/>
          <a:lstStyle/>
          <a:p>
            <a:r>
              <a:rPr lang="en-US" dirty="0">
                <a:solidFill>
                  <a:schemeClr val="bg2">
                    <a:lumMod val="90000"/>
                  </a:schemeClr>
                </a:solidFill>
              </a:rPr>
              <a:t>Scope</a:t>
            </a:r>
            <a:r>
              <a:rPr lang="en-US" dirty="0"/>
              <a:t> </a:t>
            </a:r>
          </a:p>
        </p:txBody>
      </p:sp>
      <p:sp>
        <p:nvSpPr>
          <p:cNvPr id="3" name="Subtitle 2">
            <a:extLst>
              <a:ext uri="{FF2B5EF4-FFF2-40B4-BE49-F238E27FC236}">
                <a16:creationId xmlns:a16="http://schemas.microsoft.com/office/drawing/2014/main" id="{9214DE4E-EEE6-B0C4-0970-22F536F1809A}"/>
              </a:ext>
            </a:extLst>
          </p:cNvPr>
          <p:cNvSpPr>
            <a:spLocks noGrp="1"/>
          </p:cNvSpPr>
          <p:nvPr>
            <p:ph sz="half" idx="14"/>
          </p:nvPr>
        </p:nvSpPr>
        <p:spPr>
          <a:xfrm>
            <a:off x="504826" y="1890464"/>
            <a:ext cx="6597372" cy="4624635"/>
          </a:xfrm>
        </p:spPr>
        <p:txBody>
          <a:bodyPr>
            <a:normAutofit fontScale="92500"/>
          </a:bodyPr>
          <a:lstStyle/>
          <a:p>
            <a:pPr marL="342900" lvl="0" indent="-342900">
              <a:lnSpc>
                <a:spcPct val="100000"/>
              </a:lnSpc>
              <a:buFont typeface="Arial" panose="020B0604020202020204" pitchFamily="34" charset="0"/>
              <a:buChar char="•"/>
            </a:pPr>
            <a:r>
              <a:rPr lang="en-US" sz="2100" dirty="0">
                <a:solidFill>
                  <a:schemeClr val="bg1"/>
                </a:solidFill>
              </a:rPr>
              <a:t>Allow cashiers to process customer purchases (scan items, calculate total, apply basic discounts)</a:t>
            </a:r>
          </a:p>
          <a:p>
            <a:pPr marL="342900" lvl="0" indent="-342900">
              <a:lnSpc>
                <a:spcPct val="100000"/>
              </a:lnSpc>
              <a:buFont typeface="Arial" panose="020B0604020202020204" pitchFamily="34" charset="0"/>
              <a:buChar char="•"/>
            </a:pPr>
            <a:r>
              <a:rPr lang="en-US" sz="2100" dirty="0">
                <a:solidFill>
                  <a:schemeClr val="bg1"/>
                </a:solidFill>
              </a:rPr>
              <a:t>Accept multiple payment types: cash, debit/credit card, mobile money (e.g., Airtel Money, MTN </a:t>
            </a:r>
            <a:r>
              <a:rPr lang="en-US" sz="2100" dirty="0" err="1">
                <a:solidFill>
                  <a:schemeClr val="bg1"/>
                </a:solidFill>
              </a:rPr>
              <a:t>MoMo</a:t>
            </a:r>
            <a:r>
              <a:rPr lang="en-US" sz="2100" dirty="0">
                <a:solidFill>
                  <a:schemeClr val="bg1"/>
                </a:solidFill>
              </a:rPr>
              <a:t>, Zamtel Kwacha)</a:t>
            </a:r>
          </a:p>
          <a:p>
            <a:pPr marL="342900" lvl="0" indent="-342900">
              <a:lnSpc>
                <a:spcPct val="100000"/>
              </a:lnSpc>
              <a:buFont typeface="Arial" panose="020B0604020202020204" pitchFamily="34" charset="0"/>
              <a:buChar char="•"/>
            </a:pPr>
            <a:r>
              <a:rPr lang="en-US" sz="2100" dirty="0">
                <a:solidFill>
                  <a:schemeClr val="bg1"/>
                </a:solidFill>
              </a:rPr>
              <a:t>Issue printed receipts and (optionally) digital receipts via SMS/email</a:t>
            </a:r>
          </a:p>
          <a:p>
            <a:pPr marL="342900" lvl="0" indent="-342900">
              <a:lnSpc>
                <a:spcPct val="100000"/>
              </a:lnSpc>
              <a:buFont typeface="Arial" panose="020B0604020202020204" pitchFamily="34" charset="0"/>
              <a:buChar char="•"/>
            </a:pPr>
            <a:r>
              <a:rPr lang="en-US" sz="2100" dirty="0">
                <a:solidFill>
                  <a:schemeClr val="bg1"/>
                </a:solidFill>
              </a:rPr>
              <a:t>Update inventory levels in real time after each sale</a:t>
            </a:r>
          </a:p>
          <a:p>
            <a:pPr marL="342900" lvl="0" indent="-342900">
              <a:lnSpc>
                <a:spcPct val="100000"/>
              </a:lnSpc>
              <a:buFont typeface="Arial" panose="020B0604020202020204" pitchFamily="34" charset="0"/>
              <a:buChar char="•"/>
            </a:pPr>
            <a:r>
              <a:rPr lang="en-US" sz="2100" dirty="0">
                <a:solidFill>
                  <a:schemeClr val="bg1"/>
                </a:solidFill>
              </a:rPr>
              <a:t>Support basic user roles: Cashier (daily use) and Manager (view reports, add/remove products)</a:t>
            </a:r>
          </a:p>
          <a:p>
            <a:pPr marL="342900" lvl="0" indent="-342900">
              <a:lnSpc>
                <a:spcPct val="100000"/>
              </a:lnSpc>
              <a:buFont typeface="Arial" panose="020B0604020202020204" pitchFamily="34" charset="0"/>
              <a:buChar char="•"/>
            </a:pPr>
            <a:r>
              <a:rPr lang="en-US" sz="2100" dirty="0">
                <a:solidFill>
                  <a:schemeClr val="bg1"/>
                </a:solidFill>
              </a:rPr>
              <a:t>Generate simple daily/weekly sales summary reports</a:t>
            </a:r>
          </a:p>
        </p:txBody>
      </p:sp>
    </p:spTree>
    <p:extLst>
      <p:ext uri="{BB962C8B-B14F-4D97-AF65-F5344CB8AC3E}">
        <p14:creationId xmlns:p14="http://schemas.microsoft.com/office/powerpoint/2010/main" val="440537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1B29E87-9C2C-400B-834D-4E4BD6E944D0}"/>
              </a:ext>
            </a:extLst>
          </p:cNvPr>
          <p:cNvSpPr>
            <a:spLocks noGrp="1"/>
          </p:cNvSpPr>
          <p:nvPr>
            <p:ph type="title"/>
          </p:nvPr>
        </p:nvSpPr>
        <p:spPr/>
        <p:txBody>
          <a:bodyPr>
            <a:normAutofit/>
          </a:bodyPr>
          <a:lstStyle/>
          <a:p>
            <a:r>
              <a:rPr lang="en-US" dirty="0"/>
              <a:t>High level requirements: 10% use case</a:t>
            </a:r>
            <a:br>
              <a:rPr lang="en-US" dirty="0"/>
            </a:br>
            <a:endParaRPr lang="en-US" dirty="0"/>
          </a:p>
        </p:txBody>
      </p:sp>
      <p:graphicFrame>
        <p:nvGraphicFramePr>
          <p:cNvPr id="14" name="Table Placeholder 13">
            <a:extLst>
              <a:ext uri="{FF2B5EF4-FFF2-40B4-BE49-F238E27FC236}">
                <a16:creationId xmlns:a16="http://schemas.microsoft.com/office/drawing/2014/main" id="{597B3320-3330-1F17-5E4B-B24CAB0A4487}"/>
              </a:ext>
            </a:extLst>
          </p:cNvPr>
          <p:cNvGraphicFramePr>
            <a:graphicFrameLocks noGrp="1"/>
          </p:cNvGraphicFramePr>
          <p:nvPr>
            <p:ph type="tbl" sz="quarter" idx="13"/>
            <p:extLst>
              <p:ext uri="{D42A27DB-BD31-4B8C-83A1-F6EECF244321}">
                <p14:modId xmlns:p14="http://schemas.microsoft.com/office/powerpoint/2010/main" val="3213084023"/>
              </p:ext>
            </p:extLst>
          </p:nvPr>
        </p:nvGraphicFramePr>
        <p:xfrm>
          <a:off x="758963" y="1558893"/>
          <a:ext cx="10666412" cy="4756182"/>
        </p:xfrm>
        <a:graphic>
          <a:graphicData uri="http://schemas.openxmlformats.org/drawingml/2006/table">
            <a:tbl>
              <a:tblPr firstRow="1" bandRow="1">
                <a:tableStyleId>{C4B1156A-380E-4F78-BDF5-A606A8083BF9}</a:tableStyleId>
              </a:tblPr>
              <a:tblGrid>
                <a:gridCol w="548640">
                  <a:extLst>
                    <a:ext uri="{9D8B030D-6E8A-4147-A177-3AD203B41FA5}">
                      <a16:colId xmlns:a16="http://schemas.microsoft.com/office/drawing/2014/main" val="4239035621"/>
                    </a:ext>
                  </a:extLst>
                </a:gridCol>
                <a:gridCol w="2773680">
                  <a:extLst>
                    <a:ext uri="{9D8B030D-6E8A-4147-A177-3AD203B41FA5}">
                      <a16:colId xmlns:a16="http://schemas.microsoft.com/office/drawing/2014/main" val="1645754944"/>
                    </a:ext>
                  </a:extLst>
                </a:gridCol>
                <a:gridCol w="3596640">
                  <a:extLst>
                    <a:ext uri="{9D8B030D-6E8A-4147-A177-3AD203B41FA5}">
                      <a16:colId xmlns:a16="http://schemas.microsoft.com/office/drawing/2014/main" val="4278473568"/>
                    </a:ext>
                  </a:extLst>
                </a:gridCol>
                <a:gridCol w="3747452">
                  <a:extLst>
                    <a:ext uri="{9D8B030D-6E8A-4147-A177-3AD203B41FA5}">
                      <a16:colId xmlns:a16="http://schemas.microsoft.com/office/drawing/2014/main" val="760742182"/>
                    </a:ext>
                  </a:extLst>
                </a:gridCol>
              </a:tblGrid>
              <a:tr h="484220">
                <a:tc>
                  <a:txBody>
                    <a:bodyPr/>
                    <a:lstStyle/>
                    <a:p>
                      <a:pPr algn="l" rtl="0" fontAlgn="base"/>
                      <a:endParaRPr lang="en-US" b="1" i="0" dirty="0">
                        <a:solidFill>
                          <a:schemeClr val="tx1"/>
                        </a:solidFill>
                        <a:effectLst/>
                      </a:endParaRPr>
                    </a:p>
                  </a:txBody>
                  <a:tcPr anchor="ctr"/>
                </a:tc>
                <a:tc>
                  <a:txBody>
                    <a:bodyPr/>
                    <a:lstStyle/>
                    <a:p>
                      <a:pPr algn="l" rtl="0" fontAlgn="base"/>
                      <a:r>
                        <a:rPr lang="en-US" sz="1800" b="1" i="0" dirty="0">
                          <a:solidFill>
                            <a:schemeClr val="tx1"/>
                          </a:solidFill>
                          <a:effectLst/>
                        </a:rPr>
                        <a:t>Use Case</a:t>
                      </a:r>
                      <a:endParaRPr lang="en-US" b="1" i="0" dirty="0">
                        <a:solidFill>
                          <a:schemeClr val="tx1"/>
                        </a:solidFill>
                        <a:effectLst/>
                      </a:endParaRPr>
                    </a:p>
                  </a:txBody>
                  <a:tcPr anchor="ctr"/>
                </a:tc>
                <a:tc>
                  <a:txBody>
                    <a:bodyPr/>
                    <a:lstStyle/>
                    <a:p>
                      <a:pPr algn="l" rtl="0" fontAlgn="base"/>
                      <a:r>
                        <a:rPr lang="en-US" sz="1800" b="1" i="0" dirty="0">
                          <a:solidFill>
                            <a:schemeClr val="tx1"/>
                          </a:solidFill>
                          <a:effectLst/>
                        </a:rPr>
                        <a:t>Actor</a:t>
                      </a:r>
                      <a:endParaRPr lang="en-US" b="1" i="0" dirty="0">
                        <a:solidFill>
                          <a:schemeClr val="tx1"/>
                        </a:solidFill>
                        <a:effectLst/>
                      </a:endParaRPr>
                    </a:p>
                  </a:txBody>
                  <a:tcPr anchor="ctr"/>
                </a:tc>
                <a:tc>
                  <a:txBody>
                    <a:bodyPr/>
                    <a:lstStyle/>
                    <a:p>
                      <a:pPr algn="l" rtl="0" fontAlgn="base"/>
                      <a:r>
                        <a:rPr lang="en-US" b="1" i="0" dirty="0">
                          <a:solidFill>
                            <a:schemeClr val="tx1"/>
                          </a:solidFill>
                          <a:effectLst/>
                        </a:rPr>
                        <a:t>Description</a:t>
                      </a:r>
                    </a:p>
                  </a:txBody>
                  <a:tcPr anchor="ctr"/>
                </a:tc>
                <a:extLst>
                  <a:ext uri="{0D108BD9-81ED-4DB2-BD59-A6C34878D82A}">
                    <a16:rowId xmlns:a16="http://schemas.microsoft.com/office/drawing/2014/main" val="1648889321"/>
                  </a:ext>
                </a:extLst>
              </a:tr>
              <a:tr h="352028">
                <a:tc>
                  <a:txBody>
                    <a:bodyPr/>
                    <a:lstStyle/>
                    <a:p>
                      <a:pPr algn="l" rtl="0" fontAlgn="base"/>
                      <a:r>
                        <a:rPr lang="en-US" b="0" i="0" dirty="0">
                          <a:solidFill>
                            <a:schemeClr val="tx1"/>
                          </a:solidFill>
                          <a:effectLst/>
                        </a:rPr>
                        <a:t>1</a:t>
                      </a:r>
                    </a:p>
                  </a:txBody>
                  <a:tcPr anchor="ctr"/>
                </a:tc>
                <a:tc>
                  <a:txBody>
                    <a:bodyPr/>
                    <a:lstStyle/>
                    <a:p>
                      <a:pPr algn="l" rtl="0" fontAlgn="base"/>
                      <a:r>
                        <a:rPr lang="en-US" sz="1800" b="0" i="0" dirty="0">
                          <a:solidFill>
                            <a:schemeClr val="tx1"/>
                          </a:solidFill>
                          <a:effectLst/>
                        </a:rPr>
                        <a:t>Process Sale</a:t>
                      </a:r>
                      <a:endParaRPr lang="en-US" b="0" i="0" dirty="0">
                        <a:solidFill>
                          <a:schemeClr val="tx1"/>
                        </a:solidFill>
                        <a:effectLst/>
                      </a:endParaRPr>
                    </a:p>
                  </a:txBody>
                  <a:tcPr anchor="ctr"/>
                </a:tc>
                <a:tc>
                  <a:txBody>
                    <a:bodyPr/>
                    <a:lstStyle/>
                    <a:p>
                      <a:pPr algn="l" rtl="0" fontAlgn="base"/>
                      <a:r>
                        <a:rPr lang="en-US" sz="1800" b="0" i="0" dirty="0">
                          <a:solidFill>
                            <a:schemeClr val="tx1"/>
                          </a:solidFill>
                          <a:effectLst/>
                        </a:rPr>
                        <a:t>Cashier</a:t>
                      </a:r>
                      <a:endParaRPr lang="en-US" b="0" i="0" dirty="0">
                        <a:solidFill>
                          <a:schemeClr val="tx1"/>
                        </a:solidFill>
                        <a:effectLst/>
                      </a:endParaRPr>
                    </a:p>
                  </a:txBody>
                  <a:tcPr anchor="ctr"/>
                </a:tc>
                <a:tc>
                  <a:txBody>
                    <a:bodyPr/>
                    <a:lstStyle/>
                    <a:p>
                      <a:pPr algn="l" rtl="0" fontAlgn="base"/>
                      <a:r>
                        <a:rPr lang="en-US" sz="1800" b="0" dirty="0">
                          <a:solidFill>
                            <a:schemeClr val="tx1"/>
                          </a:solidFill>
                          <a:effectLst/>
                        </a:rPr>
                        <a:t>Scan items, Calculate total, Updates inventory and prints out a receipt.​</a:t>
                      </a:r>
                      <a:endParaRPr lang="en-US" b="0" i="0" dirty="0">
                        <a:solidFill>
                          <a:schemeClr val="tx1"/>
                        </a:solidFill>
                        <a:effectLst/>
                      </a:endParaRPr>
                    </a:p>
                  </a:txBody>
                  <a:tcPr anchor="ctr"/>
                </a:tc>
                <a:extLst>
                  <a:ext uri="{0D108BD9-81ED-4DB2-BD59-A6C34878D82A}">
                    <a16:rowId xmlns:a16="http://schemas.microsoft.com/office/drawing/2014/main" val="3712437685"/>
                  </a:ext>
                </a:extLst>
              </a:tr>
              <a:tr h="842962">
                <a:tc>
                  <a:txBody>
                    <a:bodyPr/>
                    <a:lstStyle/>
                    <a:p>
                      <a:pPr algn="l" rtl="0" fontAlgn="base"/>
                      <a:r>
                        <a:rPr lang="en-US" sz="1800" b="0" i="0" dirty="0">
                          <a:solidFill>
                            <a:srgbClr val="000000"/>
                          </a:solidFill>
                          <a:effectLst/>
                        </a:rPr>
                        <a:t>2</a:t>
                      </a:r>
                      <a:endParaRPr lang="en-US" b="0" i="0" dirty="0">
                        <a:solidFill>
                          <a:srgbClr val="000000"/>
                        </a:solidFill>
                        <a:effectLst/>
                      </a:endParaRPr>
                    </a:p>
                  </a:txBody>
                  <a:tcPr anchor="ctr"/>
                </a:tc>
                <a:tc>
                  <a:txBody>
                    <a:bodyPr/>
                    <a:lstStyle/>
                    <a:p>
                      <a:pPr algn="l" rtl="0" fontAlgn="base"/>
                      <a:r>
                        <a:rPr lang="en-US" sz="1800" b="0" i="0" dirty="0">
                          <a:solidFill>
                            <a:srgbClr val="000000"/>
                          </a:solidFill>
                          <a:effectLst/>
                        </a:rPr>
                        <a:t>Handle Return</a:t>
                      </a:r>
                      <a:endParaRPr lang="en-US" b="0" i="0" dirty="0">
                        <a:solidFill>
                          <a:srgbClr val="000000"/>
                        </a:solidFill>
                        <a:effectLst/>
                      </a:endParaRPr>
                    </a:p>
                  </a:txBody>
                  <a:tcPr anchor="ctr"/>
                </a:tc>
                <a:tc>
                  <a:txBody>
                    <a:bodyPr/>
                    <a:lstStyle/>
                    <a:p>
                      <a:pPr algn="l" rtl="0" fontAlgn="base"/>
                      <a:r>
                        <a:rPr lang="en-US" sz="1800" b="0" dirty="0">
                          <a:solidFill>
                            <a:srgbClr val="000000"/>
                          </a:solidFill>
                          <a:effectLst/>
                        </a:rPr>
                        <a:t>Cashier/Customer​</a:t>
                      </a:r>
                      <a:endParaRPr lang="en-US" b="0" i="0" dirty="0">
                        <a:solidFill>
                          <a:srgbClr val="000000"/>
                        </a:solidFill>
                        <a:effectLst/>
                      </a:endParaRPr>
                    </a:p>
                  </a:txBody>
                  <a:tcPr anchor="ctr"/>
                </a:tc>
                <a:tc>
                  <a:txBody>
                    <a:bodyPr/>
                    <a:lstStyle/>
                    <a:p>
                      <a:pPr algn="l" rtl="0" fontAlgn="base"/>
                      <a:r>
                        <a:rPr lang="en-US" sz="1800" b="0" i="0" dirty="0">
                          <a:solidFill>
                            <a:srgbClr val="000000"/>
                          </a:solidFill>
                          <a:effectLst/>
                        </a:rPr>
                        <a:t>Handle product returns and refunds. Update of inventory for return</a:t>
                      </a:r>
                      <a:endParaRPr lang="en-US" b="0" i="0" dirty="0">
                        <a:solidFill>
                          <a:srgbClr val="000000"/>
                        </a:solidFill>
                        <a:effectLst/>
                      </a:endParaRPr>
                    </a:p>
                  </a:txBody>
                  <a:tcPr anchor="ctr"/>
                </a:tc>
                <a:extLst>
                  <a:ext uri="{0D108BD9-81ED-4DB2-BD59-A6C34878D82A}">
                    <a16:rowId xmlns:a16="http://schemas.microsoft.com/office/drawing/2014/main" val="3973294875"/>
                  </a:ext>
                </a:extLst>
              </a:tr>
              <a:tr h="571500">
                <a:tc>
                  <a:txBody>
                    <a:bodyPr/>
                    <a:lstStyle/>
                    <a:p>
                      <a:pPr algn="l" rtl="0" fontAlgn="base"/>
                      <a:r>
                        <a:rPr lang="en-US" sz="1800" b="0" i="0" dirty="0">
                          <a:solidFill>
                            <a:srgbClr val="000000"/>
                          </a:solidFill>
                          <a:effectLst/>
                        </a:rPr>
                        <a:t>3</a:t>
                      </a:r>
                      <a:endParaRPr lang="en-US" b="0" i="0" dirty="0">
                        <a:solidFill>
                          <a:srgbClr val="000000"/>
                        </a:solidFill>
                        <a:effectLst/>
                      </a:endParaRPr>
                    </a:p>
                  </a:txBody>
                  <a:tcPr anchor="ctr"/>
                </a:tc>
                <a:tc>
                  <a:txBody>
                    <a:bodyPr/>
                    <a:lstStyle/>
                    <a:p>
                      <a:pPr algn="l" rtl="0" fontAlgn="base"/>
                      <a:r>
                        <a:rPr lang="en-US" sz="1800" b="0" i="0" dirty="0">
                          <a:solidFill>
                            <a:srgbClr val="000000"/>
                          </a:solidFill>
                          <a:effectLst/>
                        </a:rPr>
                        <a:t>Process Discount</a:t>
                      </a:r>
                      <a:endParaRPr lang="en-US" b="0" i="0" dirty="0">
                        <a:solidFill>
                          <a:srgbClr val="000000"/>
                        </a:solidFill>
                        <a:effectLst/>
                      </a:endParaRPr>
                    </a:p>
                  </a:txBody>
                  <a:tcPr anchor="ctr"/>
                </a:tc>
                <a:tc>
                  <a:txBody>
                    <a:bodyPr/>
                    <a:lstStyle/>
                    <a:p>
                      <a:pPr algn="l" rtl="0" fontAlgn="base"/>
                      <a:r>
                        <a:rPr lang="en-US" sz="1800" b="0" i="0" dirty="0">
                          <a:solidFill>
                            <a:srgbClr val="000000"/>
                          </a:solidFill>
                          <a:effectLst/>
                        </a:rPr>
                        <a:t>Cashier/ Manager</a:t>
                      </a:r>
                      <a:endParaRPr lang="en-US" b="0" i="0" dirty="0">
                        <a:solidFill>
                          <a:srgbClr val="000000"/>
                        </a:solidFill>
                        <a:effectLst/>
                      </a:endParaRPr>
                    </a:p>
                  </a:txBody>
                  <a:tcPr anchor="ctr"/>
                </a:tc>
                <a:tc>
                  <a:txBody>
                    <a:bodyPr/>
                    <a:lstStyle/>
                    <a:p>
                      <a:pPr algn="l" rtl="0" fontAlgn="base"/>
                      <a:r>
                        <a:rPr lang="en-US" sz="1800" b="0" i="0" dirty="0">
                          <a:solidFill>
                            <a:srgbClr val="000000"/>
                          </a:solidFill>
                          <a:effectLst/>
                        </a:rPr>
                        <a:t>Add Promotional discounts</a:t>
                      </a:r>
                      <a:endParaRPr lang="en-US" b="0" i="0" dirty="0">
                        <a:solidFill>
                          <a:srgbClr val="000000"/>
                        </a:solidFill>
                        <a:effectLst/>
                      </a:endParaRPr>
                    </a:p>
                  </a:txBody>
                  <a:tcPr anchor="ctr"/>
                </a:tc>
                <a:extLst>
                  <a:ext uri="{0D108BD9-81ED-4DB2-BD59-A6C34878D82A}">
                    <a16:rowId xmlns:a16="http://schemas.microsoft.com/office/drawing/2014/main" val="496715685"/>
                  </a:ext>
                </a:extLst>
              </a:tr>
              <a:tr h="328612">
                <a:tc>
                  <a:txBody>
                    <a:bodyPr/>
                    <a:lstStyle/>
                    <a:p>
                      <a:pPr algn="l" rtl="0" fontAlgn="base"/>
                      <a:r>
                        <a:rPr lang="en-US" sz="1800" b="0" i="0" dirty="0">
                          <a:solidFill>
                            <a:srgbClr val="000000"/>
                          </a:solidFill>
                          <a:effectLst/>
                        </a:rPr>
                        <a:t>4</a:t>
                      </a:r>
                      <a:endParaRPr lang="en-US" b="0" i="0" dirty="0">
                        <a:solidFill>
                          <a:srgbClr val="000000"/>
                        </a:solidFill>
                        <a:effectLst/>
                      </a:endParaRPr>
                    </a:p>
                  </a:txBody>
                  <a:tcPr anchor="ctr"/>
                </a:tc>
                <a:tc>
                  <a:txBody>
                    <a:bodyPr/>
                    <a:lstStyle/>
                    <a:p>
                      <a:pPr algn="l" rtl="0" fontAlgn="base"/>
                      <a:r>
                        <a:rPr lang="en-US" sz="1800" b="0" i="0" dirty="0">
                          <a:solidFill>
                            <a:srgbClr val="000000"/>
                          </a:solidFill>
                          <a:effectLst/>
                        </a:rPr>
                        <a:t>View Sale Summary</a:t>
                      </a:r>
                      <a:endParaRPr lang="en-US" b="0" i="0" dirty="0">
                        <a:solidFill>
                          <a:srgbClr val="000000"/>
                        </a:solidFill>
                        <a:effectLst/>
                      </a:endParaRPr>
                    </a:p>
                  </a:txBody>
                  <a:tcPr anchor="ctr"/>
                </a:tc>
                <a:tc>
                  <a:txBody>
                    <a:bodyPr/>
                    <a:lstStyle/>
                    <a:p>
                      <a:pPr algn="l" rtl="0" fontAlgn="base"/>
                      <a:r>
                        <a:rPr lang="en-US" sz="1800" b="0" i="0" dirty="0">
                          <a:solidFill>
                            <a:srgbClr val="000000"/>
                          </a:solidFill>
                          <a:effectLst/>
                        </a:rPr>
                        <a:t>Cashier/ Manager</a:t>
                      </a:r>
                      <a:endParaRPr lang="en-US" b="0" i="0" dirty="0">
                        <a:solidFill>
                          <a:srgbClr val="000000"/>
                        </a:solidFill>
                        <a:effectLst/>
                      </a:endParaRPr>
                    </a:p>
                  </a:txBody>
                  <a:tcPr anchor="ctr"/>
                </a:tc>
                <a:tc>
                  <a:txBody>
                    <a:bodyPr/>
                    <a:lstStyle/>
                    <a:p>
                      <a:pPr algn="l" rtl="0" fontAlgn="base"/>
                      <a:r>
                        <a:rPr lang="en-US" sz="1800" b="0" i="0" dirty="0">
                          <a:solidFill>
                            <a:srgbClr val="000000"/>
                          </a:solidFill>
                          <a:effectLst/>
                        </a:rPr>
                        <a:t>Daily or weekly Sales totals calculated report on inventory status.</a:t>
                      </a:r>
                      <a:endParaRPr lang="en-US" b="0" i="0" dirty="0">
                        <a:solidFill>
                          <a:srgbClr val="000000"/>
                        </a:solidFill>
                        <a:effectLst/>
                      </a:endParaRPr>
                    </a:p>
                  </a:txBody>
                  <a:tcPr anchor="ctr"/>
                </a:tc>
                <a:extLst>
                  <a:ext uri="{0D108BD9-81ED-4DB2-BD59-A6C34878D82A}">
                    <a16:rowId xmlns:a16="http://schemas.microsoft.com/office/drawing/2014/main" val="3683074674"/>
                  </a:ext>
                </a:extLst>
              </a:tr>
              <a:tr h="591502">
                <a:tc>
                  <a:txBody>
                    <a:bodyPr/>
                    <a:lstStyle/>
                    <a:p>
                      <a:pPr algn="l" rtl="0" fontAlgn="base"/>
                      <a:r>
                        <a:rPr lang="en-US" b="0" i="0" dirty="0">
                          <a:solidFill>
                            <a:srgbClr val="000000"/>
                          </a:solidFill>
                          <a:effectLst/>
                        </a:rPr>
                        <a:t>5</a:t>
                      </a:r>
                    </a:p>
                  </a:txBody>
                  <a:tcPr anchor="ctr"/>
                </a:tc>
                <a:tc>
                  <a:txBody>
                    <a:bodyPr/>
                    <a:lstStyle/>
                    <a:p>
                      <a:pPr algn="l" rtl="0" fontAlgn="base"/>
                      <a:r>
                        <a:rPr lang="en-US" b="0" i="0" dirty="0">
                          <a:solidFill>
                            <a:srgbClr val="000000"/>
                          </a:solidFill>
                          <a:effectLst/>
                        </a:rPr>
                        <a:t>Manage Inventory </a:t>
                      </a:r>
                    </a:p>
                  </a:txBody>
                  <a:tcPr anchor="ctr"/>
                </a:tc>
                <a:tc>
                  <a:txBody>
                    <a:bodyPr/>
                    <a:lstStyle/>
                    <a:p>
                      <a:pPr algn="l" rtl="0" fontAlgn="base"/>
                      <a:r>
                        <a:rPr lang="en-US" b="0" i="0" dirty="0">
                          <a:solidFill>
                            <a:srgbClr val="000000"/>
                          </a:solidFill>
                          <a:effectLst/>
                        </a:rPr>
                        <a:t>Manager </a:t>
                      </a:r>
                    </a:p>
                  </a:txBody>
                  <a:tcPr anchor="ctr"/>
                </a:tc>
                <a:tc>
                  <a:txBody>
                    <a:bodyPr/>
                    <a:lstStyle/>
                    <a:p>
                      <a:pPr algn="l" rtl="0" fontAlgn="base"/>
                      <a:r>
                        <a:rPr lang="en-US" b="0" i="0" dirty="0">
                          <a:solidFill>
                            <a:srgbClr val="000000"/>
                          </a:solidFill>
                          <a:effectLst/>
                        </a:rPr>
                        <a:t>Update stock, Inspect  products </a:t>
                      </a:r>
                    </a:p>
                  </a:txBody>
                  <a:tcPr anchor="ctr"/>
                </a:tc>
                <a:extLst>
                  <a:ext uri="{0D108BD9-81ED-4DB2-BD59-A6C34878D82A}">
                    <a16:rowId xmlns:a16="http://schemas.microsoft.com/office/drawing/2014/main" val="1046191609"/>
                  </a:ext>
                </a:extLst>
              </a:tr>
              <a:tr h="265748">
                <a:tc>
                  <a:txBody>
                    <a:bodyPr/>
                    <a:lstStyle/>
                    <a:p>
                      <a:pPr algn="l" rtl="0" fontAlgn="base"/>
                      <a:r>
                        <a:rPr lang="en-US" b="0" i="0" dirty="0">
                          <a:solidFill>
                            <a:srgbClr val="000000"/>
                          </a:solidFill>
                          <a:effectLst/>
                        </a:rPr>
                        <a:t>6</a:t>
                      </a:r>
                    </a:p>
                  </a:txBody>
                  <a:tcPr anchor="ctr"/>
                </a:tc>
                <a:tc>
                  <a:txBody>
                    <a:bodyPr/>
                    <a:lstStyle/>
                    <a:p>
                      <a:pPr algn="l" rtl="0" fontAlgn="base"/>
                      <a:endParaRPr lang="en-US" b="0" i="0" dirty="0">
                        <a:solidFill>
                          <a:srgbClr val="000000"/>
                        </a:solidFill>
                        <a:effectLst/>
                      </a:endParaRPr>
                    </a:p>
                  </a:txBody>
                  <a:tcPr anchor="ctr"/>
                </a:tc>
                <a:tc>
                  <a:txBody>
                    <a:bodyPr/>
                    <a:lstStyle/>
                    <a:p>
                      <a:pPr algn="l" rtl="0" fontAlgn="base"/>
                      <a:endParaRPr lang="en-US" b="0" i="0" dirty="0">
                        <a:solidFill>
                          <a:srgbClr val="000000"/>
                        </a:solidFill>
                        <a:effectLst/>
                      </a:endParaRPr>
                    </a:p>
                  </a:txBody>
                  <a:tcPr anchor="ctr"/>
                </a:tc>
                <a:tc>
                  <a:txBody>
                    <a:bodyPr/>
                    <a:lstStyle/>
                    <a:p>
                      <a:pPr algn="l" rtl="0" fontAlgn="base"/>
                      <a:endParaRPr lang="en-US" b="0" i="0" dirty="0">
                        <a:solidFill>
                          <a:srgbClr val="000000"/>
                        </a:solidFill>
                        <a:effectLst/>
                      </a:endParaRPr>
                    </a:p>
                  </a:txBody>
                  <a:tcPr anchor="ctr"/>
                </a:tc>
                <a:extLst>
                  <a:ext uri="{0D108BD9-81ED-4DB2-BD59-A6C34878D82A}">
                    <a16:rowId xmlns:a16="http://schemas.microsoft.com/office/drawing/2014/main" val="75258906"/>
                  </a:ext>
                </a:extLst>
              </a:tr>
            </a:tbl>
          </a:graphicData>
        </a:graphic>
      </p:graphicFrame>
      <p:sp>
        <p:nvSpPr>
          <p:cNvPr id="2" name="Slide Number Placeholder 1">
            <a:extLst>
              <a:ext uri="{FF2B5EF4-FFF2-40B4-BE49-F238E27FC236}">
                <a16:creationId xmlns:a16="http://schemas.microsoft.com/office/drawing/2014/main" id="{660EB401-2F91-2D90-C859-96484861E564}"/>
              </a:ext>
            </a:extLst>
          </p:cNvPr>
          <p:cNvSpPr>
            <a:spLocks noGrp="1"/>
          </p:cNvSpPr>
          <p:nvPr>
            <p:ph type="sldNum" sz="quarter" idx="12"/>
          </p:nvPr>
        </p:nvSpPr>
        <p:spPr/>
        <p:txBody>
          <a:bodyPr/>
          <a:lstStyle/>
          <a:p>
            <a:fld id="{B5CEABB6-07DC-46E8-9B57-56EC44A396E5}" type="slidenum">
              <a:rPr lang="en-US" smtClean="0"/>
              <a:pPr/>
              <a:t>12</a:t>
            </a:fld>
            <a:endParaRPr lang="en-US" dirty="0"/>
          </a:p>
        </p:txBody>
      </p:sp>
    </p:spTree>
    <p:extLst>
      <p:ext uri="{BB962C8B-B14F-4D97-AF65-F5344CB8AC3E}">
        <p14:creationId xmlns:p14="http://schemas.microsoft.com/office/powerpoint/2010/main" val="5669975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2390B-852F-508B-04E4-06470D42CBD0}"/>
              </a:ext>
            </a:extLst>
          </p:cNvPr>
          <p:cNvSpPr>
            <a:spLocks noGrp="1"/>
          </p:cNvSpPr>
          <p:nvPr>
            <p:ph type="ctrTitle"/>
          </p:nvPr>
        </p:nvSpPr>
        <p:spPr>
          <a:xfrm>
            <a:off x="421110" y="542926"/>
            <a:ext cx="3943842" cy="1058779"/>
          </a:xfrm>
        </p:spPr>
        <p:txBody>
          <a:bodyPr>
            <a:normAutofit fontScale="90000"/>
          </a:bodyPr>
          <a:lstStyle/>
          <a:p>
            <a:r>
              <a:rPr lang="en-US" dirty="0">
                <a:solidFill>
                  <a:schemeClr val="bg2">
                    <a:lumMod val="75000"/>
                  </a:schemeClr>
                </a:solidFill>
              </a:rPr>
              <a:t>Risk list and feasibility</a:t>
            </a:r>
          </a:p>
        </p:txBody>
      </p:sp>
      <p:sp>
        <p:nvSpPr>
          <p:cNvPr id="3" name="Subtitle 2">
            <a:extLst>
              <a:ext uri="{FF2B5EF4-FFF2-40B4-BE49-F238E27FC236}">
                <a16:creationId xmlns:a16="http://schemas.microsoft.com/office/drawing/2014/main" id="{ECFC1286-FC67-1C71-5493-3C888F9DF049}"/>
              </a:ext>
            </a:extLst>
          </p:cNvPr>
          <p:cNvSpPr>
            <a:spLocks noGrp="1"/>
          </p:cNvSpPr>
          <p:nvPr>
            <p:ph type="subTitle" idx="1"/>
          </p:nvPr>
        </p:nvSpPr>
        <p:spPr>
          <a:xfrm>
            <a:off x="621136" y="1770145"/>
            <a:ext cx="7098631" cy="5087855"/>
          </a:xfrm>
        </p:spPr>
        <p:txBody>
          <a:bodyPr>
            <a:noAutofit/>
          </a:bodyPr>
          <a:lstStyle/>
          <a:p>
            <a:pPr marL="285750" lvl="0" indent="-285750" algn="l">
              <a:buFont typeface="Arial" panose="020B0604020202020204" pitchFamily="34" charset="0"/>
              <a:buChar char="•"/>
            </a:pPr>
            <a:r>
              <a:rPr lang="en-US" dirty="0">
                <a:solidFill>
                  <a:schemeClr val="tx1">
                    <a:lumMod val="85000"/>
                    <a:lumOff val="15000"/>
                  </a:schemeClr>
                </a:solidFill>
              </a:rPr>
              <a:t>Technical risk: Integrating multiple payment methods (cash, card, mobile money like MTN/Airtel) may have API or simulation issues. This passes as a high risk because payments are core.</a:t>
            </a:r>
          </a:p>
          <a:p>
            <a:pPr marL="285750" lvl="0" indent="-285750" algn="l">
              <a:buFont typeface="Arial" panose="020B0604020202020204" pitchFamily="34" charset="0"/>
              <a:buChar char="•"/>
            </a:pPr>
            <a:r>
              <a:rPr lang="en-US" dirty="0">
                <a:solidFill>
                  <a:schemeClr val="tx1">
                    <a:lumMod val="85000"/>
                    <a:lumOff val="15000"/>
                  </a:schemeClr>
                </a:solidFill>
              </a:rPr>
              <a:t>Business risk: Requirements change if supermarket managers want extra features (e.g., discounts, loyalty) after we start. This could cause scope creep.</a:t>
            </a:r>
          </a:p>
          <a:p>
            <a:pPr marL="285750" lvl="0" indent="-285750" algn="l">
              <a:buFont typeface="Arial" panose="020B0604020202020204" pitchFamily="34" charset="0"/>
              <a:buChar char="•"/>
            </a:pPr>
            <a:r>
              <a:rPr lang="en-US" dirty="0">
                <a:solidFill>
                  <a:schemeClr val="tx1">
                    <a:lumMod val="85000"/>
                    <a:lumOff val="15000"/>
                  </a:schemeClr>
                </a:solidFill>
              </a:rPr>
              <a:t>Team risk: Limited experience with chosen tech stack (e.g., Java + database) or Git for CI. Might delay in Construction.</a:t>
            </a:r>
          </a:p>
          <a:p>
            <a:pPr marL="285750" lvl="0" indent="-285750" algn="l">
              <a:buFont typeface="Arial" panose="020B0604020202020204" pitchFamily="34" charset="0"/>
              <a:buChar char="•"/>
            </a:pPr>
            <a:r>
              <a:rPr lang="en-US" dirty="0">
                <a:solidFill>
                  <a:schemeClr val="tx1">
                    <a:lumMod val="85000"/>
                    <a:lumOff val="15000"/>
                  </a:schemeClr>
                </a:solidFill>
              </a:rPr>
              <a:t>Hardware simulation risk: Mocking scanner/printer might not feel realistic in demo. Hence affecting user feedback in Transition.</a:t>
            </a:r>
          </a:p>
          <a:p>
            <a:pPr marL="285750" lvl="0" indent="-285750" algn="l">
              <a:buFont typeface="Arial" panose="020B0604020202020204" pitchFamily="34" charset="0"/>
              <a:buChar char="•"/>
            </a:pPr>
            <a:r>
              <a:rPr lang="en-US" dirty="0">
                <a:solidFill>
                  <a:schemeClr val="tx1">
                    <a:lumMod val="85000"/>
                    <a:lumOff val="15000"/>
                  </a:schemeClr>
                </a:solidFill>
              </a:rPr>
              <a:t>Time risk: 15-week deadline is tight for full implementation + tests. Need strict iteration timeboxes.</a:t>
            </a:r>
          </a:p>
          <a:p>
            <a:pPr algn="l"/>
            <a:endParaRPr lang="en-US" dirty="0">
              <a:solidFill>
                <a:schemeClr val="tx1">
                  <a:lumMod val="85000"/>
                  <a:lumOff val="15000"/>
                </a:schemeClr>
              </a:solidFill>
            </a:endParaRPr>
          </a:p>
        </p:txBody>
      </p:sp>
    </p:spTree>
    <p:extLst>
      <p:ext uri="{BB962C8B-B14F-4D97-AF65-F5344CB8AC3E}">
        <p14:creationId xmlns:p14="http://schemas.microsoft.com/office/powerpoint/2010/main" val="1557177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5FB75C3E-5885-49DD-8190-BB1E8C511A7E}"/>
              </a:ext>
            </a:extLst>
          </p:cNvPr>
          <p:cNvSpPr>
            <a:spLocks noGrp="1"/>
          </p:cNvSpPr>
          <p:nvPr>
            <p:ph type="title"/>
          </p:nvPr>
        </p:nvSpPr>
        <p:spPr>
          <a:xfrm>
            <a:off x="759530" y="136526"/>
            <a:ext cx="10665845" cy="705686"/>
          </a:xfrm>
        </p:spPr>
        <p:txBody>
          <a:bodyPr>
            <a:normAutofit fontScale="90000"/>
          </a:bodyPr>
          <a:lstStyle/>
          <a:p>
            <a:r>
              <a:rPr lang="en-US" dirty="0"/>
              <a:t>ITERATION Plan</a:t>
            </a:r>
            <a:br>
              <a:rPr lang="en-US" dirty="0"/>
            </a:br>
            <a:endParaRPr lang="en-US" dirty="0"/>
          </a:p>
        </p:txBody>
      </p:sp>
      <p:sp>
        <p:nvSpPr>
          <p:cNvPr id="13" name="Slide Number Placeholder 12">
            <a:extLst>
              <a:ext uri="{FF2B5EF4-FFF2-40B4-BE49-F238E27FC236}">
                <a16:creationId xmlns:a16="http://schemas.microsoft.com/office/drawing/2014/main" id="{A540B739-30F9-C86F-67ED-2197DC1E598B}"/>
              </a:ext>
            </a:extLst>
          </p:cNvPr>
          <p:cNvSpPr>
            <a:spLocks noGrp="1"/>
          </p:cNvSpPr>
          <p:nvPr>
            <p:ph type="sldNum" sz="quarter" idx="12"/>
          </p:nvPr>
        </p:nvSpPr>
        <p:spPr/>
        <p:txBody>
          <a:bodyPr/>
          <a:lstStyle/>
          <a:p>
            <a:fld id="{B5CEABB6-07DC-46E8-9B57-56EC44A396E5}" type="slidenum">
              <a:rPr lang="en-US" smtClean="0"/>
              <a:pPr/>
              <a:t>14</a:t>
            </a:fld>
            <a:endParaRPr lang="en-US" dirty="0"/>
          </a:p>
        </p:txBody>
      </p:sp>
      <p:graphicFrame>
        <p:nvGraphicFramePr>
          <p:cNvPr id="5" name="Table Placeholder 4">
            <a:extLst>
              <a:ext uri="{FF2B5EF4-FFF2-40B4-BE49-F238E27FC236}">
                <a16:creationId xmlns:a16="http://schemas.microsoft.com/office/drawing/2014/main" id="{9F9FCD59-F154-58F6-8100-7877C1DAFC30}"/>
              </a:ext>
            </a:extLst>
          </p:cNvPr>
          <p:cNvGraphicFramePr>
            <a:graphicFrameLocks noGrp="1"/>
          </p:cNvGraphicFramePr>
          <p:nvPr>
            <p:ph type="tbl" sz="quarter" idx="13"/>
            <p:extLst>
              <p:ext uri="{D42A27DB-BD31-4B8C-83A1-F6EECF244321}">
                <p14:modId xmlns:p14="http://schemas.microsoft.com/office/powerpoint/2010/main" val="252509846"/>
              </p:ext>
            </p:extLst>
          </p:nvPr>
        </p:nvGraphicFramePr>
        <p:xfrm>
          <a:off x="758963" y="1048479"/>
          <a:ext cx="10666412" cy="5578921"/>
        </p:xfrm>
        <a:graphic>
          <a:graphicData uri="http://schemas.openxmlformats.org/drawingml/2006/table">
            <a:tbl>
              <a:tblPr firstRow="1" bandRow="1">
                <a:tableStyleId>{306799F8-075E-4A3A-A7F6-7FBC6576F1A4}</a:tableStyleId>
              </a:tblPr>
              <a:tblGrid>
                <a:gridCol w="1009650">
                  <a:extLst>
                    <a:ext uri="{9D8B030D-6E8A-4147-A177-3AD203B41FA5}">
                      <a16:colId xmlns:a16="http://schemas.microsoft.com/office/drawing/2014/main" val="2219529990"/>
                    </a:ext>
                  </a:extLst>
                </a:gridCol>
                <a:gridCol w="3114675">
                  <a:extLst>
                    <a:ext uri="{9D8B030D-6E8A-4147-A177-3AD203B41FA5}">
                      <a16:colId xmlns:a16="http://schemas.microsoft.com/office/drawing/2014/main" val="2986552082"/>
                    </a:ext>
                  </a:extLst>
                </a:gridCol>
                <a:gridCol w="2757488">
                  <a:extLst>
                    <a:ext uri="{9D8B030D-6E8A-4147-A177-3AD203B41FA5}">
                      <a16:colId xmlns:a16="http://schemas.microsoft.com/office/drawing/2014/main" val="131412616"/>
                    </a:ext>
                  </a:extLst>
                </a:gridCol>
                <a:gridCol w="3784599">
                  <a:extLst>
                    <a:ext uri="{9D8B030D-6E8A-4147-A177-3AD203B41FA5}">
                      <a16:colId xmlns:a16="http://schemas.microsoft.com/office/drawing/2014/main" val="1629080887"/>
                    </a:ext>
                  </a:extLst>
                </a:gridCol>
              </a:tblGrid>
              <a:tr h="370840">
                <a:tc>
                  <a:txBody>
                    <a:bodyPr/>
                    <a:lstStyle/>
                    <a:p>
                      <a:r>
                        <a:rPr lang="en-US" dirty="0"/>
                        <a:t>Week</a:t>
                      </a:r>
                    </a:p>
                  </a:txBody>
                  <a:tcPr/>
                </a:tc>
                <a:tc>
                  <a:txBody>
                    <a:bodyPr/>
                    <a:lstStyle/>
                    <a:p>
                      <a:r>
                        <a:rPr lang="en-US" dirty="0"/>
                        <a:t>UP Phase</a:t>
                      </a:r>
                    </a:p>
                  </a:txBody>
                  <a:tcPr/>
                </a:tc>
                <a:tc>
                  <a:txBody>
                    <a:bodyPr/>
                    <a:lstStyle/>
                    <a:p>
                      <a:r>
                        <a:rPr lang="en-US" dirty="0"/>
                        <a:t>Iteration(s)</a:t>
                      </a:r>
                    </a:p>
                  </a:txBody>
                  <a:tcPr/>
                </a:tc>
                <a:tc>
                  <a:txBody>
                    <a:bodyPr/>
                    <a:lstStyle/>
                    <a:p>
                      <a:r>
                        <a:rPr lang="en-US" dirty="0"/>
                        <a:t>Focus</a:t>
                      </a:r>
                    </a:p>
                  </a:txBody>
                  <a:tcPr/>
                </a:tc>
                <a:extLst>
                  <a:ext uri="{0D108BD9-81ED-4DB2-BD59-A6C34878D82A}">
                    <a16:rowId xmlns:a16="http://schemas.microsoft.com/office/drawing/2014/main" val="2359414069"/>
                  </a:ext>
                </a:extLst>
              </a:tr>
              <a:tr h="370840">
                <a:tc>
                  <a:txBody>
                    <a:bodyPr/>
                    <a:lstStyle/>
                    <a:p>
                      <a:r>
                        <a:rPr lang="en-US" dirty="0"/>
                        <a:t>1-2</a:t>
                      </a:r>
                    </a:p>
                  </a:txBody>
                  <a:tcPr/>
                </a:tc>
                <a:tc>
                  <a:txBody>
                    <a:bodyPr/>
                    <a:lstStyle/>
                    <a:p>
                      <a:r>
                        <a:rPr lang="en-US" dirty="0"/>
                        <a:t>Inception</a:t>
                      </a:r>
                    </a:p>
                  </a:txBody>
                  <a:tcPr/>
                </a:tc>
                <a:tc>
                  <a:txBody>
                    <a:bodyPr/>
                    <a:lstStyle/>
                    <a:p>
                      <a:r>
                        <a:rPr lang="en-US" dirty="0"/>
                        <a:t>-</a:t>
                      </a:r>
                    </a:p>
                  </a:txBody>
                  <a:tcPr/>
                </a:tc>
                <a:tc>
                  <a:txBody>
                    <a:bodyPr/>
                    <a:lstStyle/>
                    <a:p>
                      <a:pPr marL="0" marR="0">
                        <a:lnSpc>
                          <a:spcPct val="115000"/>
                        </a:lnSpc>
                        <a:spcAft>
                          <a:spcPts val="800"/>
                        </a:spcAft>
                        <a:buNone/>
                        <a:tabLst>
                          <a:tab pos="1447800" algn="l"/>
                        </a:tabLst>
                      </a:pPr>
                      <a:r>
                        <a:rPr lang="en-US" sz="1400" kern="0" dirty="0">
                          <a:effectLst/>
                          <a:latin typeface="Times New Roman" panose="02020603050405020304" pitchFamily="18" charset="0"/>
                          <a:ea typeface="Times New Roman" panose="02020603050405020304" pitchFamily="18" charset="0"/>
                          <a:cs typeface="Times New Roman" panose="02020603050405020304" pitchFamily="18" charset="0"/>
                        </a:rPr>
                        <a:t>Discover core requirements, define vision, identify risks, plan iterations (high-level feasibility).</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7673882"/>
                  </a:ext>
                </a:extLst>
              </a:tr>
              <a:tr h="370840">
                <a:tc>
                  <a:txBody>
                    <a:bodyPr/>
                    <a:lstStyle/>
                    <a:p>
                      <a:r>
                        <a:rPr lang="en-US" dirty="0"/>
                        <a:t>3-5</a:t>
                      </a:r>
                    </a:p>
                  </a:txBody>
                  <a:tcPr/>
                </a:tc>
                <a:tc>
                  <a:txBody>
                    <a:bodyPr/>
                    <a:lstStyle/>
                    <a:p>
                      <a:r>
                        <a:rPr lang="en-US" dirty="0"/>
                        <a:t>Elaboration</a:t>
                      </a:r>
                    </a:p>
                  </a:txBody>
                  <a:tcPr/>
                </a:tc>
                <a:tc>
                  <a:txBody>
                    <a:bodyPr/>
                    <a:lstStyle/>
                    <a:p>
                      <a:r>
                        <a:rPr lang="en-US" dirty="0"/>
                        <a:t>Iteration 1</a:t>
                      </a:r>
                    </a:p>
                  </a:txBody>
                  <a:tcPr/>
                </a:tc>
                <a:tc>
                  <a:txBody>
                    <a:bodyPr/>
                    <a:lstStyle/>
                    <a:p>
                      <a:pPr marL="0" marR="0">
                        <a:lnSpc>
                          <a:spcPct val="115000"/>
                        </a:lnSpc>
                        <a:spcAft>
                          <a:spcPts val="800"/>
                        </a:spcAft>
                        <a:buNone/>
                        <a:tabLst>
                          <a:tab pos="1447800" algn="l"/>
                        </a:tabLst>
                      </a:pPr>
                      <a:r>
                        <a:rPr lang="en-US" sz="1400" kern="0" dirty="0">
                          <a:effectLst/>
                          <a:latin typeface="Times New Roman" panose="02020603050405020304" pitchFamily="18" charset="0"/>
                          <a:ea typeface="Times New Roman" panose="02020603050405020304" pitchFamily="18" charset="0"/>
                          <a:cs typeface="Times New Roman" panose="02020603050405020304" pitchFamily="18" charset="0"/>
                        </a:rPr>
                        <a:t>Build core architecture, detail key 30% use cases, domain model, SSDs, proof-of-concept (address high risks like payments &amp; inventory first).</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76376759"/>
                  </a:ext>
                </a:extLst>
              </a:tr>
              <a:tr h="370840">
                <a:tc>
                  <a:txBody>
                    <a:bodyPr/>
                    <a:lstStyle/>
                    <a:p>
                      <a:r>
                        <a:rPr lang="en-US" dirty="0"/>
                        <a:t>6-8</a:t>
                      </a:r>
                    </a:p>
                  </a:txBody>
                  <a:tcPr/>
                </a:tc>
                <a:tc>
                  <a:txBody>
                    <a:bodyPr/>
                    <a:lstStyle/>
                    <a:p>
                      <a:r>
                        <a:rPr lang="en-US" dirty="0"/>
                        <a:t>Elaboration</a:t>
                      </a:r>
                    </a:p>
                  </a:txBody>
                  <a:tcPr/>
                </a:tc>
                <a:tc>
                  <a:txBody>
                    <a:bodyPr/>
                    <a:lstStyle/>
                    <a:p>
                      <a:r>
                        <a:rPr lang="en-US" dirty="0"/>
                        <a:t>Iteration 2</a:t>
                      </a:r>
                    </a:p>
                  </a:txBody>
                  <a:tcPr/>
                </a:tc>
                <a:tc>
                  <a:txBody>
                    <a:bodyPr/>
                    <a:lstStyle/>
                    <a:p>
                      <a:r>
                        <a:rPr lang="en-US" sz="1800" kern="1200" dirty="0">
                          <a:solidFill>
                            <a:schemeClr val="lt1"/>
                          </a:solidFill>
                          <a:effectLst/>
                          <a:latin typeface="+mn-lt"/>
                          <a:ea typeface="+mn-ea"/>
                          <a:cs typeface="+mn-cs"/>
                        </a:rPr>
                        <a:t>Complete remaining use cases, refine design, UI prototypes, mitigate remaining risks (architecture-centric).</a:t>
                      </a:r>
                      <a:endParaRPr lang="en-US" dirty="0"/>
                    </a:p>
                  </a:txBody>
                  <a:tcPr/>
                </a:tc>
                <a:extLst>
                  <a:ext uri="{0D108BD9-81ED-4DB2-BD59-A6C34878D82A}">
                    <a16:rowId xmlns:a16="http://schemas.microsoft.com/office/drawing/2014/main" val="1118930595"/>
                  </a:ext>
                </a:extLst>
              </a:tr>
              <a:tr h="640181">
                <a:tc>
                  <a:txBody>
                    <a:bodyPr/>
                    <a:lstStyle/>
                    <a:p>
                      <a:r>
                        <a:rPr lang="en-US" dirty="0"/>
                        <a:t>9-12</a:t>
                      </a:r>
                    </a:p>
                  </a:txBody>
                  <a:tcPr/>
                </a:tc>
                <a:tc>
                  <a:txBody>
                    <a:bodyPr/>
                    <a:lstStyle/>
                    <a:p>
                      <a:r>
                        <a:rPr lang="en-US" dirty="0"/>
                        <a:t>Construction</a:t>
                      </a:r>
                    </a:p>
                  </a:txBody>
                  <a:tcPr/>
                </a:tc>
                <a:tc>
                  <a:txBody>
                    <a:bodyPr/>
                    <a:lstStyle/>
                    <a:p>
                      <a:r>
                        <a:rPr lang="en-US" dirty="0"/>
                        <a:t>Iteration 3-4</a:t>
                      </a:r>
                    </a:p>
                  </a:txBody>
                  <a:tcPr/>
                </a:tc>
                <a:tc>
                  <a:txBody>
                    <a:bodyPr/>
                    <a:lstStyle/>
                    <a:p>
                      <a:pPr marL="0" marR="0">
                        <a:lnSpc>
                          <a:spcPct val="115000"/>
                        </a:lnSpc>
                        <a:spcAft>
                          <a:spcPts val="800"/>
                        </a:spcAft>
                        <a:buNone/>
                        <a:tabLst>
                          <a:tab pos="1447800" algn="l"/>
                        </a:tabLst>
                      </a:pPr>
                      <a:r>
                        <a:rPr lang="en-US" sz="1400" kern="0" dirty="0">
                          <a:effectLst/>
                          <a:latin typeface="Times New Roman" panose="02020603050405020304" pitchFamily="18" charset="0"/>
                          <a:ea typeface="Times New Roman" panose="02020603050405020304" pitchFamily="18" charset="0"/>
                          <a:cs typeface="Times New Roman" panose="02020603050405020304" pitchFamily="18" charset="0"/>
                        </a:rPr>
                        <a:t>Implement prioritized features incrementally, add unit/integration tests, continuous integration (Git), defect tracking (feature-complete system).</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6539917"/>
                  </a:ext>
                </a:extLst>
              </a:tr>
              <a:tr h="370840">
                <a:tc>
                  <a:txBody>
                    <a:bodyPr/>
                    <a:lstStyle/>
                    <a:p>
                      <a:r>
                        <a:rPr lang="en-US" dirty="0"/>
                        <a:t>13-14</a:t>
                      </a:r>
                    </a:p>
                  </a:txBody>
                  <a:tcPr/>
                </a:tc>
                <a:tc>
                  <a:txBody>
                    <a:bodyPr/>
                    <a:lstStyle/>
                    <a:p>
                      <a:r>
                        <a:rPr lang="en-US" dirty="0"/>
                        <a:t>Transition</a:t>
                      </a:r>
                    </a:p>
                  </a:txBody>
                  <a:tcPr/>
                </a:tc>
                <a:tc>
                  <a:txBody>
                    <a:bodyPr/>
                    <a:lstStyle/>
                    <a:p>
                      <a:r>
                        <a:rPr lang="en-US" dirty="0"/>
                        <a:t>Iteration 5</a:t>
                      </a:r>
                    </a:p>
                  </a:txBody>
                  <a:tcPr/>
                </a:tc>
                <a:tc>
                  <a:txBody>
                    <a:bodyPr/>
                    <a:lstStyle/>
                    <a:p>
                      <a:r>
                        <a:rPr lang="en-US" sz="1800" kern="1200" dirty="0">
                          <a:solidFill>
                            <a:schemeClr val="lt1"/>
                          </a:solidFill>
                          <a:effectLst/>
                          <a:latin typeface="+mn-lt"/>
                          <a:ea typeface="+mn-ea"/>
                          <a:cs typeface="+mn-cs"/>
                        </a:rPr>
                        <a:t>Beta testing, user feedback, performance/security fixes, final documentation &amp; user manual.</a:t>
                      </a:r>
                      <a:endParaRPr lang="en-US" dirty="0"/>
                    </a:p>
                  </a:txBody>
                  <a:tcPr/>
                </a:tc>
                <a:extLst>
                  <a:ext uri="{0D108BD9-81ED-4DB2-BD59-A6C34878D82A}">
                    <a16:rowId xmlns:a16="http://schemas.microsoft.com/office/drawing/2014/main" val="1087418937"/>
                  </a:ext>
                </a:extLst>
              </a:tr>
              <a:tr h="370840">
                <a:tc>
                  <a:txBody>
                    <a:bodyPr/>
                    <a:lstStyle/>
                    <a:p>
                      <a:r>
                        <a:rPr lang="en-US" dirty="0"/>
                        <a:t>15</a:t>
                      </a:r>
                    </a:p>
                  </a:txBody>
                  <a:tcPr/>
                </a:tc>
                <a:tc>
                  <a:txBody>
                    <a:bodyPr/>
                    <a:lstStyle/>
                    <a:p>
                      <a:r>
                        <a:rPr lang="en-US" dirty="0"/>
                        <a:t>Transition</a:t>
                      </a:r>
                    </a:p>
                  </a:txBody>
                  <a:tcPr/>
                </a:tc>
                <a:tc>
                  <a:txBody>
                    <a:bodyPr/>
                    <a:lstStyle/>
                    <a:p>
                      <a:r>
                        <a:rPr lang="en-US" dirty="0"/>
                        <a:t>Final</a:t>
                      </a:r>
                    </a:p>
                  </a:txBody>
                  <a:tcPr/>
                </a:tc>
                <a:tc>
                  <a:txBody>
                    <a:bodyPr/>
                    <a:lstStyle/>
                    <a:p>
                      <a:r>
                        <a:rPr lang="en-US" sz="1800" kern="1200" dirty="0">
                          <a:solidFill>
                            <a:schemeClr val="lt1"/>
                          </a:solidFill>
                          <a:effectLst/>
                          <a:latin typeface="+mn-lt"/>
                          <a:ea typeface="+mn-ea"/>
                          <a:cs typeface="+mn-cs"/>
                        </a:rPr>
                        <a:t>Live demo of key scenarios, final report (lessons learned, UP reflection), submit code repository.</a:t>
                      </a:r>
                      <a:endParaRPr lang="en-US" dirty="0"/>
                    </a:p>
                  </a:txBody>
                  <a:tcPr/>
                </a:tc>
                <a:extLst>
                  <a:ext uri="{0D108BD9-81ED-4DB2-BD59-A6C34878D82A}">
                    <a16:rowId xmlns:a16="http://schemas.microsoft.com/office/drawing/2014/main" val="1669980131"/>
                  </a:ext>
                </a:extLst>
              </a:tr>
            </a:tbl>
          </a:graphicData>
        </a:graphic>
      </p:graphicFrame>
    </p:spTree>
    <p:extLst>
      <p:ext uri="{BB962C8B-B14F-4D97-AF65-F5344CB8AC3E}">
        <p14:creationId xmlns:p14="http://schemas.microsoft.com/office/powerpoint/2010/main" val="37919195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p:txBody>
          <a:bodyPr/>
          <a:lstStyle/>
          <a:p>
            <a:r>
              <a:rPr lang="en-US" dirty="0"/>
              <a:t>THANK YOU</a:t>
            </a:r>
          </a:p>
        </p:txBody>
      </p:sp>
      <p:sp>
        <p:nvSpPr>
          <p:cNvPr id="3" name="Content Placeholder 2">
            <a:extLst>
              <a:ext uri="{FF2B5EF4-FFF2-40B4-BE49-F238E27FC236}">
                <a16:creationId xmlns:a16="http://schemas.microsoft.com/office/drawing/2014/main" id="{24AFFC60-19C3-4901-93F7-7AAF4C09F8C6}"/>
              </a:ext>
            </a:extLst>
          </p:cNvPr>
          <p:cNvSpPr>
            <a:spLocks noGrp="1"/>
          </p:cNvSpPr>
          <p:nvPr>
            <p:ph type="subTitle" idx="1"/>
          </p:nvPr>
        </p:nvSpPr>
        <p:spPr/>
        <p:txBody>
          <a:bodyPr bIns="0">
            <a:normAutofit/>
          </a:bodyPr>
          <a:lstStyle/>
          <a:p>
            <a:endParaRPr lang="en-US" dirty="0"/>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451406B-581B-4C29-A833-E33D8A6AB075}">
  <ds:schemaRefs>
    <ds:schemaRef ds:uri="http://schemas.microsoft.com/sharepoint/v3/contenttype/forms"/>
  </ds:schemaRefs>
</ds:datastoreItem>
</file>

<file path=customXml/itemProps2.xml><?xml version="1.0" encoding="utf-8"?>
<ds:datastoreItem xmlns:ds="http://schemas.openxmlformats.org/officeDocument/2006/customXml" ds:itemID="{0F65614A-92F9-4391-AC3D-F3F5B0704F99}">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18903D25-5BE2-4D9E-B7D8-BE1DCAE2DC4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Facet</Template>
  <TotalTime>574</TotalTime>
  <Words>878</Words>
  <Application>Microsoft Office PowerPoint</Application>
  <PresentationFormat>Widescreen</PresentationFormat>
  <Paragraphs>128</Paragraphs>
  <Slides>15</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Times New Roman</vt:lpstr>
      <vt:lpstr>Trebuchet MS</vt:lpstr>
      <vt:lpstr>Wingdings</vt:lpstr>
      <vt:lpstr>Wingdings 3</vt:lpstr>
      <vt:lpstr>Facet</vt:lpstr>
      <vt:lpstr>CSC4630 Course PROJECT. GROUP 31: Supermarket Point of Sale (POS) System Inception PRESENTATION.</vt:lpstr>
      <vt:lpstr>Deliverables</vt:lpstr>
      <vt:lpstr> UNIFIED PROCESS PHASE 1(INCEPTION )</vt:lpstr>
      <vt:lpstr>CONTENT</vt:lpstr>
      <vt:lpstr>Supermarket (POS) SYSTEM</vt:lpstr>
      <vt:lpstr>INTRODUCTION</vt:lpstr>
      <vt:lpstr>Common high-level goals </vt:lpstr>
      <vt:lpstr>Problem Statements and business objectives.</vt:lpstr>
      <vt:lpstr>Problem statements</vt:lpstr>
      <vt:lpstr>BUSINESS Objectives ​</vt:lpstr>
      <vt:lpstr>Scope </vt:lpstr>
      <vt:lpstr>High level requirements: 10% use case </vt:lpstr>
      <vt:lpstr>Risk list and feasibility</vt:lpstr>
      <vt:lpstr>ITERATION Plan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HAWEZA HANKAMBI</dc:creator>
  <cp:lastModifiedBy>HAWEZA HANKAMBI</cp:lastModifiedBy>
  <cp:revision>6</cp:revision>
  <dcterms:created xsi:type="dcterms:W3CDTF">2026-02-20T11:52:11Z</dcterms:created>
  <dcterms:modified xsi:type="dcterms:W3CDTF">2026-03-24T13:49:53Z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